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64" r:id="rId11"/>
    <p:sldId id="292" r:id="rId12"/>
    <p:sldId id="265" r:id="rId13"/>
    <p:sldId id="293" r:id="rId14"/>
    <p:sldId id="266" r:id="rId15"/>
    <p:sldId id="294" r:id="rId16"/>
    <p:sldId id="267" r:id="rId17"/>
    <p:sldId id="295" r:id="rId18"/>
    <p:sldId id="268" r:id="rId19"/>
    <p:sldId id="296" r:id="rId20"/>
    <p:sldId id="269" r:id="rId21"/>
    <p:sldId id="297" r:id="rId22"/>
    <p:sldId id="298" r:id="rId23"/>
    <p:sldId id="270" r:id="rId24"/>
    <p:sldId id="299" r:id="rId25"/>
    <p:sldId id="300" r:id="rId26"/>
    <p:sldId id="271" r:id="rId27"/>
    <p:sldId id="301" r:id="rId28"/>
    <p:sldId id="272" r:id="rId29"/>
    <p:sldId id="303" r:id="rId30"/>
    <p:sldId id="273" r:id="rId31"/>
    <p:sldId id="302" r:id="rId32"/>
    <p:sldId id="280" r:id="rId33"/>
    <p:sldId id="304" r:id="rId34"/>
    <p:sldId id="274" r:id="rId35"/>
    <p:sldId id="305" r:id="rId36"/>
    <p:sldId id="275" r:id="rId37"/>
    <p:sldId id="306" r:id="rId38"/>
    <p:sldId id="307" r:id="rId39"/>
    <p:sldId id="276" r:id="rId40"/>
    <p:sldId id="308" r:id="rId41"/>
    <p:sldId id="279" r:id="rId42"/>
    <p:sldId id="309" r:id="rId43"/>
    <p:sldId id="281" r:id="rId44"/>
    <p:sldId id="310" r:id="rId45"/>
    <p:sldId id="282" r:id="rId46"/>
    <p:sldId id="311" r:id="rId47"/>
    <p:sldId id="283" r:id="rId48"/>
    <p:sldId id="312" r:id="rId49"/>
    <p:sldId id="284" r:id="rId50"/>
    <p:sldId id="313" r:id="rId51"/>
    <p:sldId id="314" r:id="rId52"/>
    <p:sldId id="285" r:id="rId53"/>
    <p:sldId id="315" r:id="rId54"/>
    <p:sldId id="286" r:id="rId55"/>
    <p:sldId id="287" r:id="rId56"/>
    <p:sldId id="288" r:id="rId57"/>
    <p:sldId id="289" r:id="rId58"/>
    <p:sldId id="317" r:id="rId59"/>
    <p:sldId id="316" r:id="rId60"/>
    <p:sldId id="290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1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4.png"/><Relationship Id="rId7" Type="http://schemas.openxmlformats.org/officeDocument/2006/relationships/image" Target="../media/image106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10" Type="http://schemas.openxmlformats.org/officeDocument/2006/relationships/image" Target="../media/image109.svg"/><Relationship Id="rId4" Type="http://schemas.openxmlformats.org/officeDocument/2006/relationships/image" Target="../media/image105.svg"/><Relationship Id="rId9" Type="http://schemas.openxmlformats.org/officeDocument/2006/relationships/image" Target="../media/image10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4.png"/><Relationship Id="rId7" Type="http://schemas.openxmlformats.org/officeDocument/2006/relationships/image" Target="../media/image106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10" Type="http://schemas.openxmlformats.org/officeDocument/2006/relationships/image" Target="../media/image109.svg"/><Relationship Id="rId4" Type="http://schemas.openxmlformats.org/officeDocument/2006/relationships/image" Target="../media/image105.svg"/><Relationship Id="rId9" Type="http://schemas.openxmlformats.org/officeDocument/2006/relationships/image" Target="../media/image10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463D9-8623-4138-BF80-7F4870BCFF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3FC3AA-54E5-41CE-96FD-0D3DC61B2595}">
      <dgm:prSet/>
      <dgm:spPr/>
      <dgm:t>
        <a:bodyPr/>
        <a:lstStyle/>
        <a:p>
          <a:r>
            <a:rPr lang="en-US"/>
            <a:t>عمر محمد عبد الحافظ حسين - 22010169</a:t>
          </a:r>
        </a:p>
      </dgm:t>
    </dgm:pt>
    <dgm:pt modelId="{9CC767B6-93FE-4734-9621-467C4A7E17CF}" type="parTrans" cxnId="{C6D73744-D6C9-460E-A113-E105022D4B3A}">
      <dgm:prSet/>
      <dgm:spPr/>
      <dgm:t>
        <a:bodyPr/>
        <a:lstStyle/>
        <a:p>
          <a:endParaRPr lang="en-US"/>
        </a:p>
      </dgm:t>
    </dgm:pt>
    <dgm:pt modelId="{13AF526A-38D6-4D65-86DB-1E75A1DB5F7D}" type="sibTrans" cxnId="{C6D73744-D6C9-460E-A113-E105022D4B3A}">
      <dgm:prSet/>
      <dgm:spPr/>
      <dgm:t>
        <a:bodyPr/>
        <a:lstStyle/>
        <a:p>
          <a:endParaRPr lang="en-US"/>
        </a:p>
      </dgm:t>
    </dgm:pt>
    <dgm:pt modelId="{68C608E7-9284-49CE-8E7D-00E9EDD8A889}">
      <dgm:prSet/>
      <dgm:spPr/>
      <dgm:t>
        <a:bodyPr/>
        <a:lstStyle/>
        <a:p>
          <a:r>
            <a:rPr lang="en-US" dirty="0" err="1"/>
            <a:t>سيف</a:t>
          </a:r>
          <a:r>
            <a:rPr lang="en-US" dirty="0"/>
            <a:t> </a:t>
          </a:r>
          <a:r>
            <a:rPr lang="en-US" dirty="0" err="1"/>
            <a:t>الدين</a:t>
          </a:r>
          <a:r>
            <a:rPr lang="en-US" dirty="0"/>
            <a:t> </a:t>
          </a:r>
          <a:r>
            <a:rPr lang="en-US" dirty="0" err="1"/>
            <a:t>اشرف</a:t>
          </a:r>
          <a:r>
            <a:rPr lang="en-US" dirty="0"/>
            <a:t> </a:t>
          </a:r>
          <a:r>
            <a:rPr lang="en-US" dirty="0" err="1"/>
            <a:t>سعيد</a:t>
          </a:r>
          <a:r>
            <a:rPr lang="en-US" dirty="0"/>
            <a:t> </a:t>
          </a:r>
          <a:r>
            <a:rPr lang="en-US" dirty="0" err="1"/>
            <a:t>عبدالسيد</a:t>
          </a:r>
          <a:r>
            <a:rPr lang="en-US" dirty="0"/>
            <a:t> - 20221372673</a:t>
          </a:r>
        </a:p>
      </dgm:t>
    </dgm:pt>
    <dgm:pt modelId="{0AB86F2C-A8AF-4CF0-BDE2-120C161011D0}" type="parTrans" cxnId="{550D8863-41D5-4BB0-8481-9749BC6F1963}">
      <dgm:prSet/>
      <dgm:spPr/>
      <dgm:t>
        <a:bodyPr/>
        <a:lstStyle/>
        <a:p>
          <a:endParaRPr lang="en-US"/>
        </a:p>
      </dgm:t>
    </dgm:pt>
    <dgm:pt modelId="{348FB5B7-EBDE-45C0-81DE-8AB815F1A31C}" type="sibTrans" cxnId="{550D8863-41D5-4BB0-8481-9749BC6F1963}">
      <dgm:prSet/>
      <dgm:spPr/>
      <dgm:t>
        <a:bodyPr/>
        <a:lstStyle/>
        <a:p>
          <a:endParaRPr lang="en-US"/>
        </a:p>
      </dgm:t>
    </dgm:pt>
    <dgm:pt modelId="{5C15A47A-9133-4E62-9650-AFF3A062F362}">
      <dgm:prSet/>
      <dgm:spPr/>
      <dgm:t>
        <a:bodyPr/>
        <a:lstStyle/>
        <a:p>
          <a:r>
            <a:rPr lang="en-US"/>
            <a:t>عبدالرحيم محمد علي رسم - 20226573600</a:t>
          </a:r>
        </a:p>
      </dgm:t>
    </dgm:pt>
    <dgm:pt modelId="{A7545972-54A4-47E5-B6C3-A455B2DDC9AE}" type="parTrans" cxnId="{8CA16E7B-9A1C-48E2-AE11-CBD6AF5D9F05}">
      <dgm:prSet/>
      <dgm:spPr/>
      <dgm:t>
        <a:bodyPr/>
        <a:lstStyle/>
        <a:p>
          <a:endParaRPr lang="en-US"/>
        </a:p>
      </dgm:t>
    </dgm:pt>
    <dgm:pt modelId="{405CA931-8AC7-461F-8356-CD73190B92A4}" type="sibTrans" cxnId="{8CA16E7B-9A1C-48E2-AE11-CBD6AF5D9F05}">
      <dgm:prSet/>
      <dgm:spPr/>
      <dgm:t>
        <a:bodyPr/>
        <a:lstStyle/>
        <a:p>
          <a:endParaRPr lang="en-US"/>
        </a:p>
      </dgm:t>
    </dgm:pt>
    <dgm:pt modelId="{CF12B78F-D26A-4FF1-8282-2655B64B8F1F}">
      <dgm:prSet/>
      <dgm:spPr/>
      <dgm:t>
        <a:bodyPr/>
        <a:lstStyle/>
        <a:p>
          <a:r>
            <a:rPr lang="en-US"/>
            <a:t>محمد هشام عبدالوهاب - 20191567108</a:t>
          </a:r>
        </a:p>
      </dgm:t>
    </dgm:pt>
    <dgm:pt modelId="{4AD10EC3-E48E-434D-95E8-26DFB5E884FA}" type="parTrans" cxnId="{07581CD8-2841-4F18-914D-0B88BAEAD160}">
      <dgm:prSet/>
      <dgm:spPr/>
      <dgm:t>
        <a:bodyPr/>
        <a:lstStyle/>
        <a:p>
          <a:endParaRPr lang="en-US"/>
        </a:p>
      </dgm:t>
    </dgm:pt>
    <dgm:pt modelId="{C8318E0D-706D-499C-B7B9-5C0FD8D8A5FE}" type="sibTrans" cxnId="{07581CD8-2841-4F18-914D-0B88BAEAD160}">
      <dgm:prSet/>
      <dgm:spPr/>
      <dgm:t>
        <a:bodyPr/>
        <a:lstStyle/>
        <a:p>
          <a:endParaRPr lang="en-US"/>
        </a:p>
      </dgm:t>
    </dgm:pt>
    <dgm:pt modelId="{F2AF3464-F0DC-41D3-A6B7-4F7EAFC77537}" type="pres">
      <dgm:prSet presAssocID="{58B463D9-8623-4138-BF80-7F4870BCFFDA}" presName="linear" presStyleCnt="0">
        <dgm:presLayoutVars>
          <dgm:animLvl val="lvl"/>
          <dgm:resizeHandles val="exact"/>
        </dgm:presLayoutVars>
      </dgm:prSet>
      <dgm:spPr/>
    </dgm:pt>
    <dgm:pt modelId="{4484F2F8-C139-4882-8607-9B8D3DE6279C}" type="pres">
      <dgm:prSet presAssocID="{813FC3AA-54E5-41CE-96FD-0D3DC61B25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EFCF56-C59C-4AFD-9884-66CA0DDA1A3E}" type="pres">
      <dgm:prSet presAssocID="{13AF526A-38D6-4D65-86DB-1E75A1DB5F7D}" presName="spacer" presStyleCnt="0"/>
      <dgm:spPr/>
    </dgm:pt>
    <dgm:pt modelId="{4506EFEA-39E1-4322-B5C8-74FE2A4DCC34}" type="pres">
      <dgm:prSet presAssocID="{68C608E7-9284-49CE-8E7D-00E9EDD8A8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E4A30F-DF84-402A-9C86-EE177B3B6BBF}" type="pres">
      <dgm:prSet presAssocID="{348FB5B7-EBDE-45C0-81DE-8AB815F1A31C}" presName="spacer" presStyleCnt="0"/>
      <dgm:spPr/>
    </dgm:pt>
    <dgm:pt modelId="{8938E13D-5C7B-45D2-BFA3-E4C9E143F3D4}" type="pres">
      <dgm:prSet presAssocID="{5C15A47A-9133-4E62-9650-AFF3A062F3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D9FF56-6A38-4A9B-8637-D906A6AAC259}" type="pres">
      <dgm:prSet presAssocID="{405CA931-8AC7-461F-8356-CD73190B92A4}" presName="spacer" presStyleCnt="0"/>
      <dgm:spPr/>
    </dgm:pt>
    <dgm:pt modelId="{6E8D7FD9-4B76-4F8C-89FA-F14799F8E097}" type="pres">
      <dgm:prSet presAssocID="{CF12B78F-D26A-4FF1-8282-2655B64B8F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71EF17-53B2-4FA5-BE18-9EA8D2187C97}" type="presOf" srcId="{58B463D9-8623-4138-BF80-7F4870BCFFDA}" destId="{F2AF3464-F0DC-41D3-A6B7-4F7EAFC77537}" srcOrd="0" destOrd="0" presId="urn:microsoft.com/office/officeart/2005/8/layout/vList2"/>
    <dgm:cxn modelId="{1B5D4F22-842C-4CC4-AD25-C410D7D93CB6}" type="presOf" srcId="{68C608E7-9284-49CE-8E7D-00E9EDD8A889}" destId="{4506EFEA-39E1-4322-B5C8-74FE2A4DCC34}" srcOrd="0" destOrd="0" presId="urn:microsoft.com/office/officeart/2005/8/layout/vList2"/>
    <dgm:cxn modelId="{203E0623-F5B7-4EF6-9FA5-8D475FE438D4}" type="presOf" srcId="{CF12B78F-D26A-4FF1-8282-2655B64B8F1F}" destId="{6E8D7FD9-4B76-4F8C-89FA-F14799F8E097}" srcOrd="0" destOrd="0" presId="urn:microsoft.com/office/officeart/2005/8/layout/vList2"/>
    <dgm:cxn modelId="{66996229-811C-4E3B-A5E8-FA70F21D06EB}" type="presOf" srcId="{813FC3AA-54E5-41CE-96FD-0D3DC61B2595}" destId="{4484F2F8-C139-4882-8607-9B8D3DE6279C}" srcOrd="0" destOrd="0" presId="urn:microsoft.com/office/officeart/2005/8/layout/vList2"/>
    <dgm:cxn modelId="{0D5CE15B-35B7-42AA-9217-B7248A38DE3F}" type="presOf" srcId="{5C15A47A-9133-4E62-9650-AFF3A062F362}" destId="{8938E13D-5C7B-45D2-BFA3-E4C9E143F3D4}" srcOrd="0" destOrd="0" presId="urn:microsoft.com/office/officeart/2005/8/layout/vList2"/>
    <dgm:cxn modelId="{550D8863-41D5-4BB0-8481-9749BC6F1963}" srcId="{58B463D9-8623-4138-BF80-7F4870BCFFDA}" destId="{68C608E7-9284-49CE-8E7D-00E9EDD8A889}" srcOrd="1" destOrd="0" parTransId="{0AB86F2C-A8AF-4CF0-BDE2-120C161011D0}" sibTransId="{348FB5B7-EBDE-45C0-81DE-8AB815F1A31C}"/>
    <dgm:cxn modelId="{C6D73744-D6C9-460E-A113-E105022D4B3A}" srcId="{58B463D9-8623-4138-BF80-7F4870BCFFDA}" destId="{813FC3AA-54E5-41CE-96FD-0D3DC61B2595}" srcOrd="0" destOrd="0" parTransId="{9CC767B6-93FE-4734-9621-467C4A7E17CF}" sibTransId="{13AF526A-38D6-4D65-86DB-1E75A1DB5F7D}"/>
    <dgm:cxn modelId="{8CA16E7B-9A1C-48E2-AE11-CBD6AF5D9F05}" srcId="{58B463D9-8623-4138-BF80-7F4870BCFFDA}" destId="{5C15A47A-9133-4E62-9650-AFF3A062F362}" srcOrd="2" destOrd="0" parTransId="{A7545972-54A4-47E5-B6C3-A455B2DDC9AE}" sibTransId="{405CA931-8AC7-461F-8356-CD73190B92A4}"/>
    <dgm:cxn modelId="{07581CD8-2841-4F18-914D-0B88BAEAD160}" srcId="{58B463D9-8623-4138-BF80-7F4870BCFFDA}" destId="{CF12B78F-D26A-4FF1-8282-2655B64B8F1F}" srcOrd="3" destOrd="0" parTransId="{4AD10EC3-E48E-434D-95E8-26DFB5E884FA}" sibTransId="{C8318E0D-706D-499C-B7B9-5C0FD8D8A5FE}"/>
    <dgm:cxn modelId="{B13BB713-33D4-4592-AFAD-DDFEF5782992}" type="presParOf" srcId="{F2AF3464-F0DC-41D3-A6B7-4F7EAFC77537}" destId="{4484F2F8-C139-4882-8607-9B8D3DE6279C}" srcOrd="0" destOrd="0" presId="urn:microsoft.com/office/officeart/2005/8/layout/vList2"/>
    <dgm:cxn modelId="{311E187D-A8EE-4E90-9BB9-CE9897B2D404}" type="presParOf" srcId="{F2AF3464-F0DC-41D3-A6B7-4F7EAFC77537}" destId="{29EFCF56-C59C-4AFD-9884-66CA0DDA1A3E}" srcOrd="1" destOrd="0" presId="urn:microsoft.com/office/officeart/2005/8/layout/vList2"/>
    <dgm:cxn modelId="{4F97D754-4E62-4162-B8F9-C2D73063595A}" type="presParOf" srcId="{F2AF3464-F0DC-41D3-A6B7-4F7EAFC77537}" destId="{4506EFEA-39E1-4322-B5C8-74FE2A4DCC34}" srcOrd="2" destOrd="0" presId="urn:microsoft.com/office/officeart/2005/8/layout/vList2"/>
    <dgm:cxn modelId="{BEDDDC3B-5DBA-4D46-93DF-1E38049C3C44}" type="presParOf" srcId="{F2AF3464-F0DC-41D3-A6B7-4F7EAFC77537}" destId="{ACE4A30F-DF84-402A-9C86-EE177B3B6BBF}" srcOrd="3" destOrd="0" presId="urn:microsoft.com/office/officeart/2005/8/layout/vList2"/>
    <dgm:cxn modelId="{0C4A7001-0415-4F1A-953D-2DCB83AC7F18}" type="presParOf" srcId="{F2AF3464-F0DC-41D3-A6B7-4F7EAFC77537}" destId="{8938E13D-5C7B-45D2-BFA3-E4C9E143F3D4}" srcOrd="4" destOrd="0" presId="urn:microsoft.com/office/officeart/2005/8/layout/vList2"/>
    <dgm:cxn modelId="{0E236938-F4C0-422C-A2A6-04F88FB3CAA0}" type="presParOf" srcId="{F2AF3464-F0DC-41D3-A6B7-4F7EAFC77537}" destId="{73D9FF56-6A38-4A9B-8637-D906A6AAC259}" srcOrd="5" destOrd="0" presId="urn:microsoft.com/office/officeart/2005/8/layout/vList2"/>
    <dgm:cxn modelId="{1BC326CC-CCBA-4BC4-B3EF-E4D8DCB78D16}" type="presParOf" srcId="{F2AF3464-F0DC-41D3-A6B7-4F7EAFC77537}" destId="{6E8D7FD9-4B76-4F8C-89FA-F14799F8E0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6E9B0B-B6D9-4779-BEF5-07D26A1AFC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AE019A9-16FF-495C-B176-19AC604AEA81}">
      <dgm:prSet/>
      <dgm:spPr/>
      <dgm:t>
        <a:bodyPr/>
        <a:lstStyle/>
        <a:p>
          <a:pPr>
            <a:defRPr cap="all"/>
          </a:pPr>
          <a:r>
            <a:rPr lang="en-US" dirty="0"/>
            <a:t>Track Preferences: Most popular tracks among CS students</a:t>
          </a:r>
        </a:p>
      </dgm:t>
    </dgm:pt>
    <dgm:pt modelId="{E99AB8AF-6DA9-4984-9737-56CEE2103FA1}" type="parTrans" cxnId="{27A4F586-159B-4004-9A4E-F0E45D873560}">
      <dgm:prSet/>
      <dgm:spPr/>
      <dgm:t>
        <a:bodyPr/>
        <a:lstStyle/>
        <a:p>
          <a:endParaRPr lang="en-US"/>
        </a:p>
      </dgm:t>
    </dgm:pt>
    <dgm:pt modelId="{664FA9AD-87E2-40B5-B738-9F9D93E629F1}" type="sibTrans" cxnId="{27A4F586-159B-4004-9A4E-F0E45D873560}">
      <dgm:prSet/>
      <dgm:spPr/>
      <dgm:t>
        <a:bodyPr/>
        <a:lstStyle/>
        <a:p>
          <a:endParaRPr lang="en-US"/>
        </a:p>
      </dgm:t>
    </dgm:pt>
    <dgm:pt modelId="{E909DBC4-ABC7-41B3-81F6-FF47E6A5ED34}">
      <dgm:prSet/>
      <dgm:spPr/>
      <dgm:t>
        <a:bodyPr/>
        <a:lstStyle/>
        <a:p>
          <a:pPr>
            <a:defRPr cap="all"/>
          </a:pPr>
          <a:r>
            <a:rPr lang="en-US"/>
            <a:t>Influencing Factors: What drives specialization choices</a:t>
          </a:r>
        </a:p>
      </dgm:t>
    </dgm:pt>
    <dgm:pt modelId="{DA4EB3A0-2168-4973-84FF-B40CF9C726A6}" type="parTrans" cxnId="{5EFD221B-F1B4-4AB6-B8DA-A80B18847C74}">
      <dgm:prSet/>
      <dgm:spPr/>
      <dgm:t>
        <a:bodyPr/>
        <a:lstStyle/>
        <a:p>
          <a:endParaRPr lang="en-US"/>
        </a:p>
      </dgm:t>
    </dgm:pt>
    <dgm:pt modelId="{1C1C7F5B-1926-462F-81B6-7C9AAB6B206A}" type="sibTrans" cxnId="{5EFD221B-F1B4-4AB6-B8DA-A80B18847C74}">
      <dgm:prSet/>
      <dgm:spPr/>
      <dgm:t>
        <a:bodyPr/>
        <a:lstStyle/>
        <a:p>
          <a:endParaRPr lang="en-US"/>
        </a:p>
      </dgm:t>
    </dgm:pt>
    <dgm:pt modelId="{32C3EA6C-9DB2-4C4F-8B97-FD5038501AFB}">
      <dgm:prSet/>
      <dgm:spPr/>
      <dgm:t>
        <a:bodyPr/>
        <a:lstStyle/>
        <a:p>
          <a:pPr>
            <a:defRPr cap="all"/>
          </a:pPr>
          <a:r>
            <a:rPr lang="en-US"/>
            <a:t>Career Aspirations: Alignment with chosen tracks</a:t>
          </a:r>
        </a:p>
      </dgm:t>
    </dgm:pt>
    <dgm:pt modelId="{29B05F3F-A5EF-4790-934B-7A37E9BF4965}" type="parTrans" cxnId="{D3EBB3DB-A5FB-446E-A79A-4333A58F5F0E}">
      <dgm:prSet/>
      <dgm:spPr/>
      <dgm:t>
        <a:bodyPr/>
        <a:lstStyle/>
        <a:p>
          <a:endParaRPr lang="en-US"/>
        </a:p>
      </dgm:t>
    </dgm:pt>
    <dgm:pt modelId="{8209B865-2AF7-4E8F-B496-D53658BF6D2D}" type="sibTrans" cxnId="{D3EBB3DB-A5FB-446E-A79A-4333A58F5F0E}">
      <dgm:prSet/>
      <dgm:spPr/>
      <dgm:t>
        <a:bodyPr/>
        <a:lstStyle/>
        <a:p>
          <a:endParaRPr lang="en-US"/>
        </a:p>
      </dgm:t>
    </dgm:pt>
    <dgm:pt modelId="{8306B80A-D797-47A3-ABBE-10A7008CEF02}">
      <dgm:prSet/>
      <dgm:spPr/>
      <dgm:t>
        <a:bodyPr/>
        <a:lstStyle/>
        <a:p>
          <a:pPr>
            <a:defRPr cap="all"/>
          </a:pPr>
          <a:r>
            <a:rPr lang="en-US"/>
            <a:t>Curriculum Alignment: Gaps between education and career needs</a:t>
          </a:r>
        </a:p>
      </dgm:t>
    </dgm:pt>
    <dgm:pt modelId="{F7ECD3D8-EA5A-4D1A-82D0-B86DBAF89134}" type="parTrans" cxnId="{1C77CD5F-4871-460F-B07A-77F4CAF3BC54}">
      <dgm:prSet/>
      <dgm:spPr/>
      <dgm:t>
        <a:bodyPr/>
        <a:lstStyle/>
        <a:p>
          <a:endParaRPr lang="en-US"/>
        </a:p>
      </dgm:t>
    </dgm:pt>
    <dgm:pt modelId="{68AE7AB1-99FA-4725-A5F0-8EE437F4129F}" type="sibTrans" cxnId="{1C77CD5F-4871-460F-B07A-77F4CAF3BC54}">
      <dgm:prSet/>
      <dgm:spPr/>
      <dgm:t>
        <a:bodyPr/>
        <a:lstStyle/>
        <a:p>
          <a:endParaRPr lang="en-US"/>
        </a:p>
      </dgm:t>
    </dgm:pt>
    <dgm:pt modelId="{A25612AB-0DB9-49E7-B398-B86D75A049E6}">
      <dgm:prSet/>
      <dgm:spPr/>
      <dgm:t>
        <a:bodyPr/>
        <a:lstStyle/>
        <a:p>
          <a:pPr>
            <a:defRPr cap="all"/>
          </a:pPr>
          <a:r>
            <a:rPr lang="en-US"/>
            <a:t>Emerging Trends: Interest in fields like Quantum Computing, Blockchain</a:t>
          </a:r>
        </a:p>
      </dgm:t>
    </dgm:pt>
    <dgm:pt modelId="{30D9CFEC-81B8-464E-9E72-039CE0B0D05C}" type="parTrans" cxnId="{7257F5C5-DF86-4EEA-97EB-EF5FAE716980}">
      <dgm:prSet/>
      <dgm:spPr/>
      <dgm:t>
        <a:bodyPr/>
        <a:lstStyle/>
        <a:p>
          <a:endParaRPr lang="en-US"/>
        </a:p>
      </dgm:t>
    </dgm:pt>
    <dgm:pt modelId="{B44ED8B3-3344-41BD-8F32-3280B9884B26}" type="sibTrans" cxnId="{7257F5C5-DF86-4EEA-97EB-EF5FAE716980}">
      <dgm:prSet/>
      <dgm:spPr/>
      <dgm:t>
        <a:bodyPr/>
        <a:lstStyle/>
        <a:p>
          <a:endParaRPr lang="en-US"/>
        </a:p>
      </dgm:t>
    </dgm:pt>
    <dgm:pt modelId="{796BBCEE-684C-4020-A934-6A8A0978BBD2}" type="pres">
      <dgm:prSet presAssocID="{B46E9B0B-B6D9-4779-BEF5-07D26A1AFCCC}" presName="root" presStyleCnt="0">
        <dgm:presLayoutVars>
          <dgm:dir/>
          <dgm:resizeHandles val="exact"/>
        </dgm:presLayoutVars>
      </dgm:prSet>
      <dgm:spPr/>
    </dgm:pt>
    <dgm:pt modelId="{0DA522B7-29AC-4AB0-86C8-D5443C6722E0}" type="pres">
      <dgm:prSet presAssocID="{0AE019A9-16FF-495C-B176-19AC604AEA81}" presName="compNode" presStyleCnt="0"/>
      <dgm:spPr/>
    </dgm:pt>
    <dgm:pt modelId="{3A9770FE-F62E-43EE-B27C-467F8558F65F}" type="pres">
      <dgm:prSet presAssocID="{0AE019A9-16FF-495C-B176-19AC604AEA81}" presName="iconBgRect" presStyleLbl="bgShp" presStyleIdx="0" presStyleCnt="5"/>
      <dgm:spPr/>
    </dgm:pt>
    <dgm:pt modelId="{F430F099-C4D9-4FC7-B0E7-356DD03E5FDC}" type="pres">
      <dgm:prSet presAssocID="{0AE019A9-16FF-495C-B176-19AC604AEA8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E63E34-7CAD-44E5-B317-1143D5557835}" type="pres">
      <dgm:prSet presAssocID="{0AE019A9-16FF-495C-B176-19AC604AEA81}" presName="spaceRect" presStyleCnt="0"/>
      <dgm:spPr/>
    </dgm:pt>
    <dgm:pt modelId="{36A5C560-9A49-4E7B-9A93-2E3E3512C116}" type="pres">
      <dgm:prSet presAssocID="{0AE019A9-16FF-495C-B176-19AC604AEA81}" presName="textRect" presStyleLbl="revTx" presStyleIdx="0" presStyleCnt="5">
        <dgm:presLayoutVars>
          <dgm:chMax val="1"/>
          <dgm:chPref val="1"/>
        </dgm:presLayoutVars>
      </dgm:prSet>
      <dgm:spPr/>
    </dgm:pt>
    <dgm:pt modelId="{832F1E80-B9CB-49DF-81C2-9D1EC4FA71DD}" type="pres">
      <dgm:prSet presAssocID="{664FA9AD-87E2-40B5-B738-9F9D93E629F1}" presName="sibTrans" presStyleCnt="0"/>
      <dgm:spPr/>
    </dgm:pt>
    <dgm:pt modelId="{D438DCC1-7A5A-473E-A119-084AA1E656E7}" type="pres">
      <dgm:prSet presAssocID="{E909DBC4-ABC7-41B3-81F6-FF47E6A5ED34}" presName="compNode" presStyleCnt="0"/>
      <dgm:spPr/>
    </dgm:pt>
    <dgm:pt modelId="{628BD658-0D35-43E7-8CF6-5D7C421E49FC}" type="pres">
      <dgm:prSet presAssocID="{E909DBC4-ABC7-41B3-81F6-FF47E6A5ED34}" presName="iconBgRect" presStyleLbl="bgShp" presStyleIdx="1" presStyleCnt="5"/>
      <dgm:spPr/>
    </dgm:pt>
    <dgm:pt modelId="{92B0C934-56BE-4E12-9E8C-64E27CA3B90A}" type="pres">
      <dgm:prSet presAssocID="{E909DBC4-ABC7-41B3-81F6-FF47E6A5ED3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9D9FEE-12F3-437E-BB56-2AEDD3DF5EED}" type="pres">
      <dgm:prSet presAssocID="{E909DBC4-ABC7-41B3-81F6-FF47E6A5ED34}" presName="spaceRect" presStyleCnt="0"/>
      <dgm:spPr/>
    </dgm:pt>
    <dgm:pt modelId="{DB061D45-B3B5-4886-B194-92F6AA5062EA}" type="pres">
      <dgm:prSet presAssocID="{E909DBC4-ABC7-41B3-81F6-FF47E6A5ED34}" presName="textRect" presStyleLbl="revTx" presStyleIdx="1" presStyleCnt="5">
        <dgm:presLayoutVars>
          <dgm:chMax val="1"/>
          <dgm:chPref val="1"/>
        </dgm:presLayoutVars>
      </dgm:prSet>
      <dgm:spPr/>
    </dgm:pt>
    <dgm:pt modelId="{A2219FEF-BD56-4B44-AFF6-18C7C8C637CC}" type="pres">
      <dgm:prSet presAssocID="{1C1C7F5B-1926-462F-81B6-7C9AAB6B206A}" presName="sibTrans" presStyleCnt="0"/>
      <dgm:spPr/>
    </dgm:pt>
    <dgm:pt modelId="{7BFD784E-A7DE-4F67-8D94-DAEB8358013D}" type="pres">
      <dgm:prSet presAssocID="{32C3EA6C-9DB2-4C4F-8B97-FD5038501AFB}" presName="compNode" presStyleCnt="0"/>
      <dgm:spPr/>
    </dgm:pt>
    <dgm:pt modelId="{576061E6-D24F-4FD6-833D-9AE672D34090}" type="pres">
      <dgm:prSet presAssocID="{32C3EA6C-9DB2-4C4F-8B97-FD5038501AFB}" presName="iconBgRect" presStyleLbl="bgShp" presStyleIdx="2" presStyleCnt="5"/>
      <dgm:spPr/>
    </dgm:pt>
    <dgm:pt modelId="{35681456-7CC5-435D-910D-A34A8284E7B0}" type="pres">
      <dgm:prSet presAssocID="{32C3EA6C-9DB2-4C4F-8B97-FD5038501AF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C46C3A3-ED58-4C1B-9F89-5BA39D66C25A}" type="pres">
      <dgm:prSet presAssocID="{32C3EA6C-9DB2-4C4F-8B97-FD5038501AFB}" presName="spaceRect" presStyleCnt="0"/>
      <dgm:spPr/>
    </dgm:pt>
    <dgm:pt modelId="{33D54CD5-18F3-4750-82D4-7F41CA623FBC}" type="pres">
      <dgm:prSet presAssocID="{32C3EA6C-9DB2-4C4F-8B97-FD5038501AFB}" presName="textRect" presStyleLbl="revTx" presStyleIdx="2" presStyleCnt="5">
        <dgm:presLayoutVars>
          <dgm:chMax val="1"/>
          <dgm:chPref val="1"/>
        </dgm:presLayoutVars>
      </dgm:prSet>
      <dgm:spPr/>
    </dgm:pt>
    <dgm:pt modelId="{74D82D4C-10DF-4CC0-A29F-E39ABE9B2348}" type="pres">
      <dgm:prSet presAssocID="{8209B865-2AF7-4E8F-B496-D53658BF6D2D}" presName="sibTrans" presStyleCnt="0"/>
      <dgm:spPr/>
    </dgm:pt>
    <dgm:pt modelId="{7A37B6EA-CBED-4BED-B544-3650D0B41D43}" type="pres">
      <dgm:prSet presAssocID="{8306B80A-D797-47A3-ABBE-10A7008CEF02}" presName="compNode" presStyleCnt="0"/>
      <dgm:spPr/>
    </dgm:pt>
    <dgm:pt modelId="{C82FE636-7D1D-4E3C-A890-49A4D6FD1261}" type="pres">
      <dgm:prSet presAssocID="{8306B80A-D797-47A3-ABBE-10A7008CEF02}" presName="iconBgRect" presStyleLbl="bgShp" presStyleIdx="3" presStyleCnt="5"/>
      <dgm:spPr/>
    </dgm:pt>
    <dgm:pt modelId="{0DFBBB3F-C889-4FAB-904E-74FE06E6DA5E}" type="pres">
      <dgm:prSet presAssocID="{8306B80A-D797-47A3-ABBE-10A7008CEF0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FCD093F-5409-45F0-860C-DC7C4EE3DFB9}" type="pres">
      <dgm:prSet presAssocID="{8306B80A-D797-47A3-ABBE-10A7008CEF02}" presName="spaceRect" presStyleCnt="0"/>
      <dgm:spPr/>
    </dgm:pt>
    <dgm:pt modelId="{699CA0BC-0EA8-4FDC-9DEE-8749906E0221}" type="pres">
      <dgm:prSet presAssocID="{8306B80A-D797-47A3-ABBE-10A7008CEF02}" presName="textRect" presStyleLbl="revTx" presStyleIdx="3" presStyleCnt="5">
        <dgm:presLayoutVars>
          <dgm:chMax val="1"/>
          <dgm:chPref val="1"/>
        </dgm:presLayoutVars>
      </dgm:prSet>
      <dgm:spPr/>
    </dgm:pt>
    <dgm:pt modelId="{4E5B7430-A572-47A4-BEE2-1EE9DD477948}" type="pres">
      <dgm:prSet presAssocID="{68AE7AB1-99FA-4725-A5F0-8EE437F4129F}" presName="sibTrans" presStyleCnt="0"/>
      <dgm:spPr/>
    </dgm:pt>
    <dgm:pt modelId="{A2F4BBFC-01EE-4EF1-A091-2BA8F3D413DF}" type="pres">
      <dgm:prSet presAssocID="{A25612AB-0DB9-49E7-B398-B86D75A049E6}" presName="compNode" presStyleCnt="0"/>
      <dgm:spPr/>
    </dgm:pt>
    <dgm:pt modelId="{A0467CC1-CEEE-4881-8DBB-2E9C610FB6F8}" type="pres">
      <dgm:prSet presAssocID="{A25612AB-0DB9-49E7-B398-B86D75A049E6}" presName="iconBgRect" presStyleLbl="bgShp" presStyleIdx="4" presStyleCnt="5"/>
      <dgm:spPr/>
    </dgm:pt>
    <dgm:pt modelId="{7B9CB20D-822E-4425-B2E7-5200D2C00FC3}" type="pres">
      <dgm:prSet presAssocID="{A25612AB-0DB9-49E7-B398-B86D75A049E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78411C3-43A6-4C0E-BE2A-8DF8D0368CDA}" type="pres">
      <dgm:prSet presAssocID="{A25612AB-0DB9-49E7-B398-B86D75A049E6}" presName="spaceRect" presStyleCnt="0"/>
      <dgm:spPr/>
    </dgm:pt>
    <dgm:pt modelId="{ACEDEC82-36C3-4903-B862-C0C834206260}" type="pres">
      <dgm:prSet presAssocID="{A25612AB-0DB9-49E7-B398-B86D75A049E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EFD221B-F1B4-4AB6-B8DA-A80B18847C74}" srcId="{B46E9B0B-B6D9-4779-BEF5-07D26A1AFCCC}" destId="{E909DBC4-ABC7-41B3-81F6-FF47E6A5ED34}" srcOrd="1" destOrd="0" parTransId="{DA4EB3A0-2168-4973-84FF-B40CF9C726A6}" sibTransId="{1C1C7F5B-1926-462F-81B6-7C9AAB6B206A}"/>
    <dgm:cxn modelId="{1C77CD5F-4871-460F-B07A-77F4CAF3BC54}" srcId="{B46E9B0B-B6D9-4779-BEF5-07D26A1AFCCC}" destId="{8306B80A-D797-47A3-ABBE-10A7008CEF02}" srcOrd="3" destOrd="0" parTransId="{F7ECD3D8-EA5A-4D1A-82D0-B86DBAF89134}" sibTransId="{68AE7AB1-99FA-4725-A5F0-8EE437F4129F}"/>
    <dgm:cxn modelId="{27A4F586-159B-4004-9A4E-F0E45D873560}" srcId="{B46E9B0B-B6D9-4779-BEF5-07D26A1AFCCC}" destId="{0AE019A9-16FF-495C-B176-19AC604AEA81}" srcOrd="0" destOrd="0" parTransId="{E99AB8AF-6DA9-4984-9737-56CEE2103FA1}" sibTransId="{664FA9AD-87E2-40B5-B738-9F9D93E629F1}"/>
    <dgm:cxn modelId="{5334E58C-BDCB-4CD8-9E88-7F31938386A8}" type="presOf" srcId="{E909DBC4-ABC7-41B3-81F6-FF47E6A5ED34}" destId="{DB061D45-B3B5-4886-B194-92F6AA5062EA}" srcOrd="0" destOrd="0" presId="urn:microsoft.com/office/officeart/2018/5/layout/IconCircleLabelList"/>
    <dgm:cxn modelId="{4FD48F8F-6304-4F3F-9B32-C1DFBCFA7A81}" type="presOf" srcId="{A25612AB-0DB9-49E7-B398-B86D75A049E6}" destId="{ACEDEC82-36C3-4903-B862-C0C834206260}" srcOrd="0" destOrd="0" presId="urn:microsoft.com/office/officeart/2018/5/layout/IconCircleLabelList"/>
    <dgm:cxn modelId="{0B634094-3471-4136-A8DE-E2AB6E8C0125}" type="presOf" srcId="{B46E9B0B-B6D9-4779-BEF5-07D26A1AFCCC}" destId="{796BBCEE-684C-4020-A934-6A8A0978BBD2}" srcOrd="0" destOrd="0" presId="urn:microsoft.com/office/officeart/2018/5/layout/IconCircleLabelList"/>
    <dgm:cxn modelId="{83AC3CB8-F98A-439D-9B09-29199AE89A71}" type="presOf" srcId="{32C3EA6C-9DB2-4C4F-8B97-FD5038501AFB}" destId="{33D54CD5-18F3-4750-82D4-7F41CA623FBC}" srcOrd="0" destOrd="0" presId="urn:microsoft.com/office/officeart/2018/5/layout/IconCircleLabelList"/>
    <dgm:cxn modelId="{7257F5C5-DF86-4EEA-97EB-EF5FAE716980}" srcId="{B46E9B0B-B6D9-4779-BEF5-07D26A1AFCCC}" destId="{A25612AB-0DB9-49E7-B398-B86D75A049E6}" srcOrd="4" destOrd="0" parTransId="{30D9CFEC-81B8-464E-9E72-039CE0B0D05C}" sibTransId="{B44ED8B3-3344-41BD-8F32-3280B9884B26}"/>
    <dgm:cxn modelId="{D3EBB3DB-A5FB-446E-A79A-4333A58F5F0E}" srcId="{B46E9B0B-B6D9-4779-BEF5-07D26A1AFCCC}" destId="{32C3EA6C-9DB2-4C4F-8B97-FD5038501AFB}" srcOrd="2" destOrd="0" parTransId="{29B05F3F-A5EF-4790-934B-7A37E9BF4965}" sibTransId="{8209B865-2AF7-4E8F-B496-D53658BF6D2D}"/>
    <dgm:cxn modelId="{657772F0-5AD3-454E-BE48-5FF8859BECBA}" type="presOf" srcId="{8306B80A-D797-47A3-ABBE-10A7008CEF02}" destId="{699CA0BC-0EA8-4FDC-9DEE-8749906E0221}" srcOrd="0" destOrd="0" presId="urn:microsoft.com/office/officeart/2018/5/layout/IconCircleLabelList"/>
    <dgm:cxn modelId="{B099FDF2-8658-45EE-B1D4-3FEAEAFF63E2}" type="presOf" srcId="{0AE019A9-16FF-495C-B176-19AC604AEA81}" destId="{36A5C560-9A49-4E7B-9A93-2E3E3512C116}" srcOrd="0" destOrd="0" presId="urn:microsoft.com/office/officeart/2018/5/layout/IconCircleLabelList"/>
    <dgm:cxn modelId="{2473C28A-9539-451D-98D9-B340512CF678}" type="presParOf" srcId="{796BBCEE-684C-4020-A934-6A8A0978BBD2}" destId="{0DA522B7-29AC-4AB0-86C8-D5443C6722E0}" srcOrd="0" destOrd="0" presId="urn:microsoft.com/office/officeart/2018/5/layout/IconCircleLabelList"/>
    <dgm:cxn modelId="{E285A17D-35C5-4346-A6BA-B6BC9EAC6615}" type="presParOf" srcId="{0DA522B7-29AC-4AB0-86C8-D5443C6722E0}" destId="{3A9770FE-F62E-43EE-B27C-467F8558F65F}" srcOrd="0" destOrd="0" presId="urn:microsoft.com/office/officeart/2018/5/layout/IconCircleLabelList"/>
    <dgm:cxn modelId="{A33D6FC6-647C-4D7F-86CD-F2187AD66CBA}" type="presParOf" srcId="{0DA522B7-29AC-4AB0-86C8-D5443C6722E0}" destId="{F430F099-C4D9-4FC7-B0E7-356DD03E5FDC}" srcOrd="1" destOrd="0" presId="urn:microsoft.com/office/officeart/2018/5/layout/IconCircleLabelList"/>
    <dgm:cxn modelId="{C9C2FAB0-1C66-47B2-B129-A8A70A2999B2}" type="presParOf" srcId="{0DA522B7-29AC-4AB0-86C8-D5443C6722E0}" destId="{CFE63E34-7CAD-44E5-B317-1143D5557835}" srcOrd="2" destOrd="0" presId="urn:microsoft.com/office/officeart/2018/5/layout/IconCircleLabelList"/>
    <dgm:cxn modelId="{4897855C-B984-4A24-87B3-2451948B557E}" type="presParOf" srcId="{0DA522B7-29AC-4AB0-86C8-D5443C6722E0}" destId="{36A5C560-9A49-4E7B-9A93-2E3E3512C116}" srcOrd="3" destOrd="0" presId="urn:microsoft.com/office/officeart/2018/5/layout/IconCircleLabelList"/>
    <dgm:cxn modelId="{B617A032-14A1-4117-9A5E-54C95D6EC6CC}" type="presParOf" srcId="{796BBCEE-684C-4020-A934-6A8A0978BBD2}" destId="{832F1E80-B9CB-49DF-81C2-9D1EC4FA71DD}" srcOrd="1" destOrd="0" presId="urn:microsoft.com/office/officeart/2018/5/layout/IconCircleLabelList"/>
    <dgm:cxn modelId="{6791AA3B-25EA-40A9-8261-1D0B37C835A2}" type="presParOf" srcId="{796BBCEE-684C-4020-A934-6A8A0978BBD2}" destId="{D438DCC1-7A5A-473E-A119-084AA1E656E7}" srcOrd="2" destOrd="0" presId="urn:microsoft.com/office/officeart/2018/5/layout/IconCircleLabelList"/>
    <dgm:cxn modelId="{CC5328CE-5C65-4822-9D8A-63B25CF0626B}" type="presParOf" srcId="{D438DCC1-7A5A-473E-A119-084AA1E656E7}" destId="{628BD658-0D35-43E7-8CF6-5D7C421E49FC}" srcOrd="0" destOrd="0" presId="urn:microsoft.com/office/officeart/2018/5/layout/IconCircleLabelList"/>
    <dgm:cxn modelId="{3EE7CFAF-65DF-47C0-A46B-D9B009B799E7}" type="presParOf" srcId="{D438DCC1-7A5A-473E-A119-084AA1E656E7}" destId="{92B0C934-56BE-4E12-9E8C-64E27CA3B90A}" srcOrd="1" destOrd="0" presId="urn:microsoft.com/office/officeart/2018/5/layout/IconCircleLabelList"/>
    <dgm:cxn modelId="{1AE5C5A5-2F1D-4A77-802E-8081205EAFE5}" type="presParOf" srcId="{D438DCC1-7A5A-473E-A119-084AA1E656E7}" destId="{229D9FEE-12F3-437E-BB56-2AEDD3DF5EED}" srcOrd="2" destOrd="0" presId="urn:microsoft.com/office/officeart/2018/5/layout/IconCircleLabelList"/>
    <dgm:cxn modelId="{13EFD84B-74D4-4403-B57E-59EFF513DCC8}" type="presParOf" srcId="{D438DCC1-7A5A-473E-A119-084AA1E656E7}" destId="{DB061D45-B3B5-4886-B194-92F6AA5062EA}" srcOrd="3" destOrd="0" presId="urn:microsoft.com/office/officeart/2018/5/layout/IconCircleLabelList"/>
    <dgm:cxn modelId="{4FB1A9BA-AD6A-4660-9FEF-48B61319F3BE}" type="presParOf" srcId="{796BBCEE-684C-4020-A934-6A8A0978BBD2}" destId="{A2219FEF-BD56-4B44-AFF6-18C7C8C637CC}" srcOrd="3" destOrd="0" presId="urn:microsoft.com/office/officeart/2018/5/layout/IconCircleLabelList"/>
    <dgm:cxn modelId="{6D1B2902-71A0-4411-A786-A6EBDC69A2A3}" type="presParOf" srcId="{796BBCEE-684C-4020-A934-6A8A0978BBD2}" destId="{7BFD784E-A7DE-4F67-8D94-DAEB8358013D}" srcOrd="4" destOrd="0" presId="urn:microsoft.com/office/officeart/2018/5/layout/IconCircleLabelList"/>
    <dgm:cxn modelId="{D0CD296E-53FE-4349-886B-BD4112B67A90}" type="presParOf" srcId="{7BFD784E-A7DE-4F67-8D94-DAEB8358013D}" destId="{576061E6-D24F-4FD6-833D-9AE672D34090}" srcOrd="0" destOrd="0" presId="urn:microsoft.com/office/officeart/2018/5/layout/IconCircleLabelList"/>
    <dgm:cxn modelId="{774200F5-899E-4ED0-9831-B6FCBE8431FA}" type="presParOf" srcId="{7BFD784E-A7DE-4F67-8D94-DAEB8358013D}" destId="{35681456-7CC5-435D-910D-A34A8284E7B0}" srcOrd="1" destOrd="0" presId="urn:microsoft.com/office/officeart/2018/5/layout/IconCircleLabelList"/>
    <dgm:cxn modelId="{DC428633-B41A-405A-A79D-19EAC1771829}" type="presParOf" srcId="{7BFD784E-A7DE-4F67-8D94-DAEB8358013D}" destId="{9C46C3A3-ED58-4C1B-9F89-5BA39D66C25A}" srcOrd="2" destOrd="0" presId="urn:microsoft.com/office/officeart/2018/5/layout/IconCircleLabelList"/>
    <dgm:cxn modelId="{B95706ED-CAF8-4A80-B99F-F764E59BE19C}" type="presParOf" srcId="{7BFD784E-A7DE-4F67-8D94-DAEB8358013D}" destId="{33D54CD5-18F3-4750-82D4-7F41CA623FBC}" srcOrd="3" destOrd="0" presId="urn:microsoft.com/office/officeart/2018/5/layout/IconCircleLabelList"/>
    <dgm:cxn modelId="{4AD6112C-F9A1-48D0-AEEF-5BF13BBE817C}" type="presParOf" srcId="{796BBCEE-684C-4020-A934-6A8A0978BBD2}" destId="{74D82D4C-10DF-4CC0-A29F-E39ABE9B2348}" srcOrd="5" destOrd="0" presId="urn:microsoft.com/office/officeart/2018/5/layout/IconCircleLabelList"/>
    <dgm:cxn modelId="{0E467732-6F04-4A84-8638-A99DFAFA8A0D}" type="presParOf" srcId="{796BBCEE-684C-4020-A934-6A8A0978BBD2}" destId="{7A37B6EA-CBED-4BED-B544-3650D0B41D43}" srcOrd="6" destOrd="0" presId="urn:microsoft.com/office/officeart/2018/5/layout/IconCircleLabelList"/>
    <dgm:cxn modelId="{FC5ECC13-DEB9-4978-9C52-EF175C94DC33}" type="presParOf" srcId="{7A37B6EA-CBED-4BED-B544-3650D0B41D43}" destId="{C82FE636-7D1D-4E3C-A890-49A4D6FD1261}" srcOrd="0" destOrd="0" presId="urn:microsoft.com/office/officeart/2018/5/layout/IconCircleLabelList"/>
    <dgm:cxn modelId="{E2AC39DF-59D5-45CA-9EFD-61A8A4A3C16F}" type="presParOf" srcId="{7A37B6EA-CBED-4BED-B544-3650D0B41D43}" destId="{0DFBBB3F-C889-4FAB-904E-74FE06E6DA5E}" srcOrd="1" destOrd="0" presId="urn:microsoft.com/office/officeart/2018/5/layout/IconCircleLabelList"/>
    <dgm:cxn modelId="{E77C4984-FDCD-4AC4-8FF3-AFF341047E1A}" type="presParOf" srcId="{7A37B6EA-CBED-4BED-B544-3650D0B41D43}" destId="{0FCD093F-5409-45F0-860C-DC7C4EE3DFB9}" srcOrd="2" destOrd="0" presId="urn:microsoft.com/office/officeart/2018/5/layout/IconCircleLabelList"/>
    <dgm:cxn modelId="{55BA03CA-581A-4FA0-8870-2DF7D9C03DC2}" type="presParOf" srcId="{7A37B6EA-CBED-4BED-B544-3650D0B41D43}" destId="{699CA0BC-0EA8-4FDC-9DEE-8749906E0221}" srcOrd="3" destOrd="0" presId="urn:microsoft.com/office/officeart/2018/5/layout/IconCircleLabelList"/>
    <dgm:cxn modelId="{0B7831B6-D79D-4F86-BB81-F91F1A13078B}" type="presParOf" srcId="{796BBCEE-684C-4020-A934-6A8A0978BBD2}" destId="{4E5B7430-A572-47A4-BEE2-1EE9DD477948}" srcOrd="7" destOrd="0" presId="urn:microsoft.com/office/officeart/2018/5/layout/IconCircleLabelList"/>
    <dgm:cxn modelId="{14CD7253-8874-4A32-AC31-74F9472E387C}" type="presParOf" srcId="{796BBCEE-684C-4020-A934-6A8A0978BBD2}" destId="{A2F4BBFC-01EE-4EF1-A091-2BA8F3D413DF}" srcOrd="8" destOrd="0" presId="urn:microsoft.com/office/officeart/2018/5/layout/IconCircleLabelList"/>
    <dgm:cxn modelId="{609DDC26-EF30-4E52-A79F-A950E1C45B16}" type="presParOf" srcId="{A2F4BBFC-01EE-4EF1-A091-2BA8F3D413DF}" destId="{A0467CC1-CEEE-4881-8DBB-2E9C610FB6F8}" srcOrd="0" destOrd="0" presId="urn:microsoft.com/office/officeart/2018/5/layout/IconCircleLabelList"/>
    <dgm:cxn modelId="{06BA1AC8-2176-4DCB-900A-14AEDEAFCE23}" type="presParOf" srcId="{A2F4BBFC-01EE-4EF1-A091-2BA8F3D413DF}" destId="{7B9CB20D-822E-4425-B2E7-5200D2C00FC3}" srcOrd="1" destOrd="0" presId="urn:microsoft.com/office/officeart/2018/5/layout/IconCircleLabelList"/>
    <dgm:cxn modelId="{D0573D20-04A5-487E-ADFE-AC67F55DD6A8}" type="presParOf" srcId="{A2F4BBFC-01EE-4EF1-A091-2BA8F3D413DF}" destId="{B78411C3-43A6-4C0E-BE2A-8DF8D0368CDA}" srcOrd="2" destOrd="0" presId="urn:microsoft.com/office/officeart/2018/5/layout/IconCircleLabelList"/>
    <dgm:cxn modelId="{C71869DA-B181-472E-84E4-80B69836B254}" type="presParOf" srcId="{A2F4BBFC-01EE-4EF1-A091-2BA8F3D413DF}" destId="{ACEDEC82-36C3-4903-B862-C0C8342062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B1E11A-DA62-4AE3-8A9F-404322037E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CAC1BB-DAE9-4558-8B21-68B395E70A25}">
      <dgm:prSet/>
      <dgm:spPr/>
      <dgm:t>
        <a:bodyPr/>
        <a:lstStyle/>
        <a:p>
          <a:r>
            <a:rPr lang="en-US"/>
            <a:t>Survey design with clear, unbiased questions</a:t>
          </a:r>
        </a:p>
      </dgm:t>
    </dgm:pt>
    <dgm:pt modelId="{D81D9DD2-9846-49EC-858F-9CF4C5CBC030}" type="parTrans" cxnId="{BF28CBAF-274B-44EC-8138-F03C17A46276}">
      <dgm:prSet/>
      <dgm:spPr/>
      <dgm:t>
        <a:bodyPr/>
        <a:lstStyle/>
        <a:p>
          <a:endParaRPr lang="en-US"/>
        </a:p>
      </dgm:t>
    </dgm:pt>
    <dgm:pt modelId="{959CAC39-7331-45DE-B5CC-3DB87735D5D0}" type="sibTrans" cxnId="{BF28CBAF-274B-44EC-8138-F03C17A46276}">
      <dgm:prSet/>
      <dgm:spPr/>
      <dgm:t>
        <a:bodyPr/>
        <a:lstStyle/>
        <a:p>
          <a:endParaRPr lang="en-US"/>
        </a:p>
      </dgm:t>
    </dgm:pt>
    <dgm:pt modelId="{AE1D9171-F8B7-4E7E-8FCF-7D90D57147F5}">
      <dgm:prSet/>
      <dgm:spPr/>
      <dgm:t>
        <a:bodyPr/>
        <a:lstStyle/>
        <a:p>
          <a:r>
            <a:rPr lang="en-US"/>
            <a:t>Target group identification (CS students across years)</a:t>
          </a:r>
        </a:p>
      </dgm:t>
    </dgm:pt>
    <dgm:pt modelId="{FA6F7B8E-D9FF-488F-BE65-6C6174C3C4CB}" type="parTrans" cxnId="{91C2396A-1DB7-410D-8962-480B9E2C072A}">
      <dgm:prSet/>
      <dgm:spPr/>
      <dgm:t>
        <a:bodyPr/>
        <a:lstStyle/>
        <a:p>
          <a:endParaRPr lang="en-US"/>
        </a:p>
      </dgm:t>
    </dgm:pt>
    <dgm:pt modelId="{D16D3312-7EB0-4F53-B365-ECF6E5F4809E}" type="sibTrans" cxnId="{91C2396A-1DB7-410D-8962-480B9E2C072A}">
      <dgm:prSet/>
      <dgm:spPr/>
      <dgm:t>
        <a:bodyPr/>
        <a:lstStyle/>
        <a:p>
          <a:endParaRPr lang="en-US"/>
        </a:p>
      </dgm:t>
    </dgm:pt>
    <dgm:pt modelId="{286CE2CB-79C0-4989-9174-B95755107D27}">
      <dgm:prSet/>
      <dgm:spPr/>
      <dgm:t>
        <a:bodyPr/>
        <a:lstStyle/>
        <a:p>
          <a:r>
            <a:rPr lang="en-US" dirty="0"/>
            <a:t>Distribution through multiple channels (social media)</a:t>
          </a:r>
        </a:p>
      </dgm:t>
    </dgm:pt>
    <dgm:pt modelId="{D1527273-29B7-47C3-98AD-3FF43F9A2719}" type="parTrans" cxnId="{40332974-23C1-4931-A4A1-81E9132BE119}">
      <dgm:prSet/>
      <dgm:spPr/>
      <dgm:t>
        <a:bodyPr/>
        <a:lstStyle/>
        <a:p>
          <a:endParaRPr lang="en-US"/>
        </a:p>
      </dgm:t>
    </dgm:pt>
    <dgm:pt modelId="{D034515F-84B5-4679-968C-F9E487C9F84A}" type="sibTrans" cxnId="{40332974-23C1-4931-A4A1-81E9132BE119}">
      <dgm:prSet/>
      <dgm:spPr/>
      <dgm:t>
        <a:bodyPr/>
        <a:lstStyle/>
        <a:p>
          <a:endParaRPr lang="en-US"/>
        </a:p>
      </dgm:t>
    </dgm:pt>
    <dgm:pt modelId="{2256A4ED-818F-4DBA-97EA-E18E62B4BB9D}">
      <dgm:prSet/>
      <dgm:spPr/>
      <dgm:t>
        <a:bodyPr/>
        <a:lstStyle/>
        <a:p>
          <a:r>
            <a:rPr lang="en-US"/>
            <a:t>Repeated reminders to non-respondents</a:t>
          </a:r>
        </a:p>
      </dgm:t>
    </dgm:pt>
    <dgm:pt modelId="{DEA563B9-C304-4A6E-9F19-E215F1572D48}" type="parTrans" cxnId="{A0E1B27C-1177-42FE-ADBF-516BEAE273D7}">
      <dgm:prSet/>
      <dgm:spPr/>
      <dgm:t>
        <a:bodyPr/>
        <a:lstStyle/>
        <a:p>
          <a:endParaRPr lang="en-US"/>
        </a:p>
      </dgm:t>
    </dgm:pt>
    <dgm:pt modelId="{8C7BA006-E2CF-470D-B313-3ADAE0705E12}" type="sibTrans" cxnId="{A0E1B27C-1177-42FE-ADBF-516BEAE273D7}">
      <dgm:prSet/>
      <dgm:spPr/>
      <dgm:t>
        <a:bodyPr/>
        <a:lstStyle/>
        <a:p>
          <a:endParaRPr lang="en-US"/>
        </a:p>
      </dgm:t>
    </dgm:pt>
    <dgm:pt modelId="{40B0C03A-0A20-4B39-8489-CD37C5C991B4}">
      <dgm:prSet/>
      <dgm:spPr/>
      <dgm:t>
        <a:bodyPr/>
        <a:lstStyle/>
        <a:p>
          <a:r>
            <a:rPr lang="en-US"/>
            <a:t>Real-time monitoring of responses</a:t>
          </a:r>
        </a:p>
      </dgm:t>
    </dgm:pt>
    <dgm:pt modelId="{91FFF8AC-2216-41DF-9EBC-20BF6C25D8FA}" type="parTrans" cxnId="{C7D4F8CC-8276-49F9-9471-85AB7A974A83}">
      <dgm:prSet/>
      <dgm:spPr/>
      <dgm:t>
        <a:bodyPr/>
        <a:lstStyle/>
        <a:p>
          <a:endParaRPr lang="en-US"/>
        </a:p>
      </dgm:t>
    </dgm:pt>
    <dgm:pt modelId="{2A572CC0-92C5-4090-A52E-0A00AC84CBE4}" type="sibTrans" cxnId="{C7D4F8CC-8276-49F9-9471-85AB7A974A83}">
      <dgm:prSet/>
      <dgm:spPr/>
      <dgm:t>
        <a:bodyPr/>
        <a:lstStyle/>
        <a:p>
          <a:endParaRPr lang="en-US"/>
        </a:p>
      </dgm:t>
    </dgm:pt>
    <dgm:pt modelId="{27B46BCC-4993-4E92-912E-1AFBD15339DB}">
      <dgm:prSet/>
      <dgm:spPr/>
      <dgm:t>
        <a:bodyPr/>
        <a:lstStyle/>
        <a:p>
          <a:r>
            <a:rPr lang="en-US"/>
            <a:t>Data quality control and cleaning</a:t>
          </a:r>
        </a:p>
      </dgm:t>
    </dgm:pt>
    <dgm:pt modelId="{721C7A67-C0AA-4FD2-A579-B09D66916570}" type="parTrans" cxnId="{3D394B85-2A32-401F-8C93-4240EB5D920B}">
      <dgm:prSet/>
      <dgm:spPr/>
      <dgm:t>
        <a:bodyPr/>
        <a:lstStyle/>
        <a:p>
          <a:endParaRPr lang="en-US"/>
        </a:p>
      </dgm:t>
    </dgm:pt>
    <dgm:pt modelId="{1F49CF8D-19D7-4DB5-9FB5-6CFA7B0FC9A9}" type="sibTrans" cxnId="{3D394B85-2A32-401F-8C93-4240EB5D920B}">
      <dgm:prSet/>
      <dgm:spPr/>
      <dgm:t>
        <a:bodyPr/>
        <a:lstStyle/>
        <a:p>
          <a:endParaRPr lang="en-US"/>
        </a:p>
      </dgm:t>
    </dgm:pt>
    <dgm:pt modelId="{4704383D-7CA2-4A7A-9FED-FAA102C15D78}">
      <dgm:prSet/>
      <dgm:spPr/>
      <dgm:t>
        <a:bodyPr/>
        <a:lstStyle/>
        <a:p>
          <a:r>
            <a:rPr lang="en-US"/>
            <a:t>Minimum target of 200+ responses achieved</a:t>
          </a:r>
        </a:p>
      </dgm:t>
    </dgm:pt>
    <dgm:pt modelId="{8AD52742-8208-432F-B470-F5488CD1E9E6}" type="parTrans" cxnId="{0AE01F6B-3E0C-4D0E-9CBB-96466ACF1DA9}">
      <dgm:prSet/>
      <dgm:spPr/>
      <dgm:t>
        <a:bodyPr/>
        <a:lstStyle/>
        <a:p>
          <a:endParaRPr lang="en-US"/>
        </a:p>
      </dgm:t>
    </dgm:pt>
    <dgm:pt modelId="{18263B41-2E38-44B5-8CDA-060532DF753D}" type="sibTrans" cxnId="{0AE01F6B-3E0C-4D0E-9CBB-96466ACF1DA9}">
      <dgm:prSet/>
      <dgm:spPr/>
      <dgm:t>
        <a:bodyPr/>
        <a:lstStyle/>
        <a:p>
          <a:endParaRPr lang="en-US"/>
        </a:p>
      </dgm:t>
    </dgm:pt>
    <dgm:pt modelId="{9FF15B4C-BF1A-4B19-AFA0-2DBC9324659D}" type="pres">
      <dgm:prSet presAssocID="{67B1E11A-DA62-4AE3-8A9F-404322037EC2}" presName="root" presStyleCnt="0">
        <dgm:presLayoutVars>
          <dgm:dir/>
          <dgm:resizeHandles val="exact"/>
        </dgm:presLayoutVars>
      </dgm:prSet>
      <dgm:spPr/>
    </dgm:pt>
    <dgm:pt modelId="{B8D9C965-765B-4E8C-8680-0FD15FA71A42}" type="pres">
      <dgm:prSet presAssocID="{D7CAC1BB-DAE9-4558-8B21-68B395E70A25}" presName="compNode" presStyleCnt="0"/>
      <dgm:spPr/>
    </dgm:pt>
    <dgm:pt modelId="{DE3C7398-CBAF-4139-9AE6-0FC092B9ECD8}" type="pres">
      <dgm:prSet presAssocID="{D7CAC1BB-DAE9-4558-8B21-68B395E70A25}" presName="bgRect" presStyleLbl="bgShp" presStyleIdx="0" presStyleCnt="7"/>
      <dgm:spPr/>
    </dgm:pt>
    <dgm:pt modelId="{6A328D8B-3474-4EBA-950E-29053729CCF3}" type="pres">
      <dgm:prSet presAssocID="{D7CAC1BB-DAE9-4558-8B21-68B395E70A2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10ED0999-2F4A-49D3-8257-A2056C6E634E}" type="pres">
      <dgm:prSet presAssocID="{D7CAC1BB-DAE9-4558-8B21-68B395E70A25}" presName="spaceRect" presStyleCnt="0"/>
      <dgm:spPr/>
    </dgm:pt>
    <dgm:pt modelId="{0A9D6995-DE57-4679-964F-10DFE08D1A56}" type="pres">
      <dgm:prSet presAssocID="{D7CAC1BB-DAE9-4558-8B21-68B395E70A25}" presName="parTx" presStyleLbl="revTx" presStyleIdx="0" presStyleCnt="7">
        <dgm:presLayoutVars>
          <dgm:chMax val="0"/>
          <dgm:chPref val="0"/>
        </dgm:presLayoutVars>
      </dgm:prSet>
      <dgm:spPr/>
    </dgm:pt>
    <dgm:pt modelId="{8B6EC42A-C64F-4A0B-948D-1C75C1B9BB96}" type="pres">
      <dgm:prSet presAssocID="{959CAC39-7331-45DE-B5CC-3DB87735D5D0}" presName="sibTrans" presStyleCnt="0"/>
      <dgm:spPr/>
    </dgm:pt>
    <dgm:pt modelId="{0C37DE7E-2A5F-41E3-A02D-B247DCA39F22}" type="pres">
      <dgm:prSet presAssocID="{AE1D9171-F8B7-4E7E-8FCF-7D90D57147F5}" presName="compNode" presStyleCnt="0"/>
      <dgm:spPr/>
    </dgm:pt>
    <dgm:pt modelId="{41F40F48-BB8C-489F-88C5-30EA5CAF2BAF}" type="pres">
      <dgm:prSet presAssocID="{AE1D9171-F8B7-4E7E-8FCF-7D90D57147F5}" presName="bgRect" presStyleLbl="bgShp" presStyleIdx="1" presStyleCnt="7"/>
      <dgm:spPr/>
    </dgm:pt>
    <dgm:pt modelId="{81182672-2326-4FFB-B694-43F6991148AF}" type="pres">
      <dgm:prSet presAssocID="{AE1D9171-F8B7-4E7E-8FCF-7D90D57147F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80DDAC5-236A-4A54-AE83-32B3207DEFAF}" type="pres">
      <dgm:prSet presAssocID="{AE1D9171-F8B7-4E7E-8FCF-7D90D57147F5}" presName="spaceRect" presStyleCnt="0"/>
      <dgm:spPr/>
    </dgm:pt>
    <dgm:pt modelId="{267D3117-7046-4BD7-A299-325BA8705A3B}" type="pres">
      <dgm:prSet presAssocID="{AE1D9171-F8B7-4E7E-8FCF-7D90D57147F5}" presName="parTx" presStyleLbl="revTx" presStyleIdx="1" presStyleCnt="7">
        <dgm:presLayoutVars>
          <dgm:chMax val="0"/>
          <dgm:chPref val="0"/>
        </dgm:presLayoutVars>
      </dgm:prSet>
      <dgm:spPr/>
    </dgm:pt>
    <dgm:pt modelId="{191EFF64-A7A9-438F-9D0E-6FE91BC6F62A}" type="pres">
      <dgm:prSet presAssocID="{D16D3312-7EB0-4F53-B365-ECF6E5F4809E}" presName="sibTrans" presStyleCnt="0"/>
      <dgm:spPr/>
    </dgm:pt>
    <dgm:pt modelId="{66E376FC-10DA-4D9D-BFD7-6585111BC3FD}" type="pres">
      <dgm:prSet presAssocID="{286CE2CB-79C0-4989-9174-B95755107D27}" presName="compNode" presStyleCnt="0"/>
      <dgm:spPr/>
    </dgm:pt>
    <dgm:pt modelId="{11F961A3-8D7A-44A2-A2CF-22BE3945BD08}" type="pres">
      <dgm:prSet presAssocID="{286CE2CB-79C0-4989-9174-B95755107D27}" presName="bgRect" presStyleLbl="bgShp" presStyleIdx="2" presStyleCnt="7"/>
      <dgm:spPr/>
    </dgm:pt>
    <dgm:pt modelId="{2FE5AC9C-18B3-43B4-AC56-E1F866AA1246}" type="pres">
      <dgm:prSet presAssocID="{286CE2CB-79C0-4989-9174-B95755107D2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8472CD3B-3F03-4A52-808D-B2F31370ADBC}" type="pres">
      <dgm:prSet presAssocID="{286CE2CB-79C0-4989-9174-B95755107D27}" presName="spaceRect" presStyleCnt="0"/>
      <dgm:spPr/>
    </dgm:pt>
    <dgm:pt modelId="{00EC9451-5393-407B-ADB8-75B839A6850A}" type="pres">
      <dgm:prSet presAssocID="{286CE2CB-79C0-4989-9174-B95755107D27}" presName="parTx" presStyleLbl="revTx" presStyleIdx="2" presStyleCnt="7">
        <dgm:presLayoutVars>
          <dgm:chMax val="0"/>
          <dgm:chPref val="0"/>
        </dgm:presLayoutVars>
      </dgm:prSet>
      <dgm:spPr/>
    </dgm:pt>
    <dgm:pt modelId="{8E275A51-0CBC-46C8-B081-590F8DCF3EB2}" type="pres">
      <dgm:prSet presAssocID="{D034515F-84B5-4679-968C-F9E487C9F84A}" presName="sibTrans" presStyleCnt="0"/>
      <dgm:spPr/>
    </dgm:pt>
    <dgm:pt modelId="{0355555E-B1F2-4FF2-932A-555A65F301A3}" type="pres">
      <dgm:prSet presAssocID="{2256A4ED-818F-4DBA-97EA-E18E62B4BB9D}" presName="compNode" presStyleCnt="0"/>
      <dgm:spPr/>
    </dgm:pt>
    <dgm:pt modelId="{D8F5D785-B21C-46DD-9300-B8808E28AE4C}" type="pres">
      <dgm:prSet presAssocID="{2256A4ED-818F-4DBA-97EA-E18E62B4BB9D}" presName="bgRect" presStyleLbl="bgShp" presStyleIdx="3" presStyleCnt="7"/>
      <dgm:spPr/>
    </dgm:pt>
    <dgm:pt modelId="{ABFDE3B0-8B27-4EAF-81DE-7F3A57E59CE0}" type="pres">
      <dgm:prSet presAssocID="{2256A4ED-818F-4DBA-97EA-E18E62B4BB9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07C748A3-C472-476B-9406-8FFED0BE11D0}" type="pres">
      <dgm:prSet presAssocID="{2256A4ED-818F-4DBA-97EA-E18E62B4BB9D}" presName="spaceRect" presStyleCnt="0"/>
      <dgm:spPr/>
    </dgm:pt>
    <dgm:pt modelId="{A53E1144-A926-4E07-A8BA-AAAF9D8F67F5}" type="pres">
      <dgm:prSet presAssocID="{2256A4ED-818F-4DBA-97EA-E18E62B4BB9D}" presName="parTx" presStyleLbl="revTx" presStyleIdx="3" presStyleCnt="7">
        <dgm:presLayoutVars>
          <dgm:chMax val="0"/>
          <dgm:chPref val="0"/>
        </dgm:presLayoutVars>
      </dgm:prSet>
      <dgm:spPr/>
    </dgm:pt>
    <dgm:pt modelId="{BAA5B3DD-4731-42F3-B328-1FDE1284A025}" type="pres">
      <dgm:prSet presAssocID="{8C7BA006-E2CF-470D-B313-3ADAE0705E12}" presName="sibTrans" presStyleCnt="0"/>
      <dgm:spPr/>
    </dgm:pt>
    <dgm:pt modelId="{BD50DA02-C86A-49A1-ADAC-CAEE5941D0F0}" type="pres">
      <dgm:prSet presAssocID="{40B0C03A-0A20-4B39-8489-CD37C5C991B4}" presName="compNode" presStyleCnt="0"/>
      <dgm:spPr/>
    </dgm:pt>
    <dgm:pt modelId="{5F05EF10-6E42-4C0B-8E05-568EC26C4225}" type="pres">
      <dgm:prSet presAssocID="{40B0C03A-0A20-4B39-8489-CD37C5C991B4}" presName="bgRect" presStyleLbl="bgShp" presStyleIdx="4" presStyleCnt="7"/>
      <dgm:spPr/>
    </dgm:pt>
    <dgm:pt modelId="{FB6B480D-E0CC-4696-ADFD-4D5A9578AFC6}" type="pres">
      <dgm:prSet presAssocID="{40B0C03A-0A20-4B39-8489-CD37C5C991B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1FE564C-6D3D-49A3-AB5C-7C07032F0ED4}" type="pres">
      <dgm:prSet presAssocID="{40B0C03A-0A20-4B39-8489-CD37C5C991B4}" presName="spaceRect" presStyleCnt="0"/>
      <dgm:spPr/>
    </dgm:pt>
    <dgm:pt modelId="{1285888C-E6FC-42AE-B0F9-B6E70D696C3A}" type="pres">
      <dgm:prSet presAssocID="{40B0C03A-0A20-4B39-8489-CD37C5C991B4}" presName="parTx" presStyleLbl="revTx" presStyleIdx="4" presStyleCnt="7">
        <dgm:presLayoutVars>
          <dgm:chMax val="0"/>
          <dgm:chPref val="0"/>
        </dgm:presLayoutVars>
      </dgm:prSet>
      <dgm:spPr/>
    </dgm:pt>
    <dgm:pt modelId="{E2B2D50F-8320-4731-A295-BF7C1BFE4AB9}" type="pres">
      <dgm:prSet presAssocID="{2A572CC0-92C5-4090-A52E-0A00AC84CBE4}" presName="sibTrans" presStyleCnt="0"/>
      <dgm:spPr/>
    </dgm:pt>
    <dgm:pt modelId="{6204D83D-60D5-4A66-A4E8-359C4EA54444}" type="pres">
      <dgm:prSet presAssocID="{27B46BCC-4993-4E92-912E-1AFBD15339DB}" presName="compNode" presStyleCnt="0"/>
      <dgm:spPr/>
    </dgm:pt>
    <dgm:pt modelId="{D40B4BCA-A776-4645-96EC-6F7C18CA433B}" type="pres">
      <dgm:prSet presAssocID="{27B46BCC-4993-4E92-912E-1AFBD15339DB}" presName="bgRect" presStyleLbl="bgShp" presStyleIdx="5" presStyleCnt="7"/>
      <dgm:spPr/>
    </dgm:pt>
    <dgm:pt modelId="{B7BAC472-BC1A-4676-933B-8D10E2379F83}" type="pres">
      <dgm:prSet presAssocID="{27B46BCC-4993-4E92-912E-1AFBD15339D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753673C-13F8-4C62-87AB-B63A292DBD51}" type="pres">
      <dgm:prSet presAssocID="{27B46BCC-4993-4E92-912E-1AFBD15339DB}" presName="spaceRect" presStyleCnt="0"/>
      <dgm:spPr/>
    </dgm:pt>
    <dgm:pt modelId="{700C8389-ABA0-4A18-B36D-272E3EDA89CD}" type="pres">
      <dgm:prSet presAssocID="{27B46BCC-4993-4E92-912E-1AFBD15339DB}" presName="parTx" presStyleLbl="revTx" presStyleIdx="5" presStyleCnt="7">
        <dgm:presLayoutVars>
          <dgm:chMax val="0"/>
          <dgm:chPref val="0"/>
        </dgm:presLayoutVars>
      </dgm:prSet>
      <dgm:spPr/>
    </dgm:pt>
    <dgm:pt modelId="{48EEFC07-4EB8-4CE8-8F27-802B3BCD2A2D}" type="pres">
      <dgm:prSet presAssocID="{1F49CF8D-19D7-4DB5-9FB5-6CFA7B0FC9A9}" presName="sibTrans" presStyleCnt="0"/>
      <dgm:spPr/>
    </dgm:pt>
    <dgm:pt modelId="{1265678E-EECC-4F04-AD9C-BE499B2A0941}" type="pres">
      <dgm:prSet presAssocID="{4704383D-7CA2-4A7A-9FED-FAA102C15D78}" presName="compNode" presStyleCnt="0"/>
      <dgm:spPr/>
    </dgm:pt>
    <dgm:pt modelId="{3057E380-CD20-4C99-AC36-07E3557B4D98}" type="pres">
      <dgm:prSet presAssocID="{4704383D-7CA2-4A7A-9FED-FAA102C15D78}" presName="bgRect" presStyleLbl="bgShp" presStyleIdx="6" presStyleCnt="7"/>
      <dgm:spPr/>
    </dgm:pt>
    <dgm:pt modelId="{64D1772B-E2FE-4689-BC5D-AB14D0112555}" type="pres">
      <dgm:prSet presAssocID="{4704383D-7CA2-4A7A-9FED-FAA102C15D7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0F80824-CD5A-4D4C-A969-B3C7DB35BD83}" type="pres">
      <dgm:prSet presAssocID="{4704383D-7CA2-4A7A-9FED-FAA102C15D78}" presName="spaceRect" presStyleCnt="0"/>
      <dgm:spPr/>
    </dgm:pt>
    <dgm:pt modelId="{702F2D5B-E2A2-4733-8A0A-C0BFA8458D03}" type="pres">
      <dgm:prSet presAssocID="{4704383D-7CA2-4A7A-9FED-FAA102C15D7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9A69C03-854E-40E3-9260-36077F0EEA0B}" type="presOf" srcId="{286CE2CB-79C0-4989-9174-B95755107D27}" destId="{00EC9451-5393-407B-ADB8-75B839A6850A}" srcOrd="0" destOrd="0" presId="urn:microsoft.com/office/officeart/2018/2/layout/IconVerticalSolidList"/>
    <dgm:cxn modelId="{03A3C433-9EB2-4624-809E-919E30E0237D}" type="presOf" srcId="{D7CAC1BB-DAE9-4558-8B21-68B395E70A25}" destId="{0A9D6995-DE57-4679-964F-10DFE08D1A56}" srcOrd="0" destOrd="0" presId="urn:microsoft.com/office/officeart/2018/2/layout/IconVerticalSolidList"/>
    <dgm:cxn modelId="{263C533F-E026-464C-AFFC-D55A722A8228}" type="presOf" srcId="{2256A4ED-818F-4DBA-97EA-E18E62B4BB9D}" destId="{A53E1144-A926-4E07-A8BA-AAAF9D8F67F5}" srcOrd="0" destOrd="0" presId="urn:microsoft.com/office/officeart/2018/2/layout/IconVerticalSolidList"/>
    <dgm:cxn modelId="{0B966766-0FD8-428A-B63A-D78A67B9D52C}" type="presOf" srcId="{67B1E11A-DA62-4AE3-8A9F-404322037EC2}" destId="{9FF15B4C-BF1A-4B19-AFA0-2DBC9324659D}" srcOrd="0" destOrd="0" presId="urn:microsoft.com/office/officeart/2018/2/layout/IconVerticalSolidList"/>
    <dgm:cxn modelId="{91C2396A-1DB7-410D-8962-480B9E2C072A}" srcId="{67B1E11A-DA62-4AE3-8A9F-404322037EC2}" destId="{AE1D9171-F8B7-4E7E-8FCF-7D90D57147F5}" srcOrd="1" destOrd="0" parTransId="{FA6F7B8E-D9FF-488F-BE65-6C6174C3C4CB}" sibTransId="{D16D3312-7EB0-4F53-B365-ECF6E5F4809E}"/>
    <dgm:cxn modelId="{0AE01F6B-3E0C-4D0E-9CBB-96466ACF1DA9}" srcId="{67B1E11A-DA62-4AE3-8A9F-404322037EC2}" destId="{4704383D-7CA2-4A7A-9FED-FAA102C15D78}" srcOrd="6" destOrd="0" parTransId="{8AD52742-8208-432F-B470-F5488CD1E9E6}" sibTransId="{18263B41-2E38-44B5-8CDA-060532DF753D}"/>
    <dgm:cxn modelId="{305A1D72-02CE-40C7-9BCF-C66EF57111D5}" type="presOf" srcId="{40B0C03A-0A20-4B39-8489-CD37C5C991B4}" destId="{1285888C-E6FC-42AE-B0F9-B6E70D696C3A}" srcOrd="0" destOrd="0" presId="urn:microsoft.com/office/officeart/2018/2/layout/IconVerticalSolidList"/>
    <dgm:cxn modelId="{40332974-23C1-4931-A4A1-81E9132BE119}" srcId="{67B1E11A-DA62-4AE3-8A9F-404322037EC2}" destId="{286CE2CB-79C0-4989-9174-B95755107D27}" srcOrd="2" destOrd="0" parTransId="{D1527273-29B7-47C3-98AD-3FF43F9A2719}" sibTransId="{D034515F-84B5-4679-968C-F9E487C9F84A}"/>
    <dgm:cxn modelId="{A0E1B27C-1177-42FE-ADBF-516BEAE273D7}" srcId="{67B1E11A-DA62-4AE3-8A9F-404322037EC2}" destId="{2256A4ED-818F-4DBA-97EA-E18E62B4BB9D}" srcOrd="3" destOrd="0" parTransId="{DEA563B9-C304-4A6E-9F19-E215F1572D48}" sibTransId="{8C7BA006-E2CF-470D-B313-3ADAE0705E12}"/>
    <dgm:cxn modelId="{3D394B85-2A32-401F-8C93-4240EB5D920B}" srcId="{67B1E11A-DA62-4AE3-8A9F-404322037EC2}" destId="{27B46BCC-4993-4E92-912E-1AFBD15339DB}" srcOrd="5" destOrd="0" parTransId="{721C7A67-C0AA-4FD2-A579-B09D66916570}" sibTransId="{1F49CF8D-19D7-4DB5-9FB5-6CFA7B0FC9A9}"/>
    <dgm:cxn modelId="{8B0C62AE-6800-4282-9883-D6134F20381D}" type="presOf" srcId="{27B46BCC-4993-4E92-912E-1AFBD15339DB}" destId="{700C8389-ABA0-4A18-B36D-272E3EDA89CD}" srcOrd="0" destOrd="0" presId="urn:microsoft.com/office/officeart/2018/2/layout/IconVerticalSolidList"/>
    <dgm:cxn modelId="{BF28CBAF-274B-44EC-8138-F03C17A46276}" srcId="{67B1E11A-DA62-4AE3-8A9F-404322037EC2}" destId="{D7CAC1BB-DAE9-4558-8B21-68B395E70A25}" srcOrd="0" destOrd="0" parTransId="{D81D9DD2-9846-49EC-858F-9CF4C5CBC030}" sibTransId="{959CAC39-7331-45DE-B5CC-3DB87735D5D0}"/>
    <dgm:cxn modelId="{C7D4F8CC-8276-49F9-9471-85AB7A974A83}" srcId="{67B1E11A-DA62-4AE3-8A9F-404322037EC2}" destId="{40B0C03A-0A20-4B39-8489-CD37C5C991B4}" srcOrd="4" destOrd="0" parTransId="{91FFF8AC-2216-41DF-9EBC-20BF6C25D8FA}" sibTransId="{2A572CC0-92C5-4090-A52E-0A00AC84CBE4}"/>
    <dgm:cxn modelId="{5E1B06E7-4373-4CF2-B79B-1C0A6AA0D74C}" type="presOf" srcId="{AE1D9171-F8B7-4E7E-8FCF-7D90D57147F5}" destId="{267D3117-7046-4BD7-A299-325BA8705A3B}" srcOrd="0" destOrd="0" presId="urn:microsoft.com/office/officeart/2018/2/layout/IconVerticalSolidList"/>
    <dgm:cxn modelId="{4B3B46EE-35AF-492A-A535-70245A17532E}" type="presOf" srcId="{4704383D-7CA2-4A7A-9FED-FAA102C15D78}" destId="{702F2D5B-E2A2-4733-8A0A-C0BFA8458D03}" srcOrd="0" destOrd="0" presId="urn:microsoft.com/office/officeart/2018/2/layout/IconVerticalSolidList"/>
    <dgm:cxn modelId="{2D657C9D-DF8D-4A4A-9D54-23F3A0564487}" type="presParOf" srcId="{9FF15B4C-BF1A-4B19-AFA0-2DBC9324659D}" destId="{B8D9C965-765B-4E8C-8680-0FD15FA71A42}" srcOrd="0" destOrd="0" presId="urn:microsoft.com/office/officeart/2018/2/layout/IconVerticalSolidList"/>
    <dgm:cxn modelId="{D718D316-1478-4DA7-BE7A-73D9F7BABB4B}" type="presParOf" srcId="{B8D9C965-765B-4E8C-8680-0FD15FA71A42}" destId="{DE3C7398-CBAF-4139-9AE6-0FC092B9ECD8}" srcOrd="0" destOrd="0" presId="urn:microsoft.com/office/officeart/2018/2/layout/IconVerticalSolidList"/>
    <dgm:cxn modelId="{553C3B35-3F80-415B-96C8-74AADADE1262}" type="presParOf" srcId="{B8D9C965-765B-4E8C-8680-0FD15FA71A42}" destId="{6A328D8B-3474-4EBA-950E-29053729CCF3}" srcOrd="1" destOrd="0" presId="urn:microsoft.com/office/officeart/2018/2/layout/IconVerticalSolidList"/>
    <dgm:cxn modelId="{02F7F09F-03EF-43C6-A563-FAA3F3A0DA38}" type="presParOf" srcId="{B8D9C965-765B-4E8C-8680-0FD15FA71A42}" destId="{10ED0999-2F4A-49D3-8257-A2056C6E634E}" srcOrd="2" destOrd="0" presId="urn:microsoft.com/office/officeart/2018/2/layout/IconVerticalSolidList"/>
    <dgm:cxn modelId="{C4412563-B143-4DBA-9C78-B764A8C0626A}" type="presParOf" srcId="{B8D9C965-765B-4E8C-8680-0FD15FA71A42}" destId="{0A9D6995-DE57-4679-964F-10DFE08D1A56}" srcOrd="3" destOrd="0" presId="urn:microsoft.com/office/officeart/2018/2/layout/IconVerticalSolidList"/>
    <dgm:cxn modelId="{C7EB0A4D-2035-47CA-A984-E5E314FE9425}" type="presParOf" srcId="{9FF15B4C-BF1A-4B19-AFA0-2DBC9324659D}" destId="{8B6EC42A-C64F-4A0B-948D-1C75C1B9BB96}" srcOrd="1" destOrd="0" presId="urn:microsoft.com/office/officeart/2018/2/layout/IconVerticalSolidList"/>
    <dgm:cxn modelId="{B8330159-0602-4B76-B78B-028DBAAAE2AF}" type="presParOf" srcId="{9FF15B4C-BF1A-4B19-AFA0-2DBC9324659D}" destId="{0C37DE7E-2A5F-41E3-A02D-B247DCA39F22}" srcOrd="2" destOrd="0" presId="urn:microsoft.com/office/officeart/2018/2/layout/IconVerticalSolidList"/>
    <dgm:cxn modelId="{1B62BCDB-DF8E-4635-9322-6AAA12F8D56E}" type="presParOf" srcId="{0C37DE7E-2A5F-41E3-A02D-B247DCA39F22}" destId="{41F40F48-BB8C-489F-88C5-30EA5CAF2BAF}" srcOrd="0" destOrd="0" presId="urn:microsoft.com/office/officeart/2018/2/layout/IconVerticalSolidList"/>
    <dgm:cxn modelId="{0476FBD7-F111-4EB4-907A-E5772F48FFF0}" type="presParOf" srcId="{0C37DE7E-2A5F-41E3-A02D-B247DCA39F22}" destId="{81182672-2326-4FFB-B694-43F6991148AF}" srcOrd="1" destOrd="0" presId="urn:microsoft.com/office/officeart/2018/2/layout/IconVerticalSolidList"/>
    <dgm:cxn modelId="{6B7654FF-43AB-46CE-AB2D-DB9466975922}" type="presParOf" srcId="{0C37DE7E-2A5F-41E3-A02D-B247DCA39F22}" destId="{080DDAC5-236A-4A54-AE83-32B3207DEFAF}" srcOrd="2" destOrd="0" presId="urn:microsoft.com/office/officeart/2018/2/layout/IconVerticalSolidList"/>
    <dgm:cxn modelId="{2A7D5DC4-A7DC-4B5E-93B4-52FCBF596C22}" type="presParOf" srcId="{0C37DE7E-2A5F-41E3-A02D-B247DCA39F22}" destId="{267D3117-7046-4BD7-A299-325BA8705A3B}" srcOrd="3" destOrd="0" presId="urn:microsoft.com/office/officeart/2018/2/layout/IconVerticalSolidList"/>
    <dgm:cxn modelId="{4EDE37F0-FDE9-4360-9120-D2E46E6E522A}" type="presParOf" srcId="{9FF15B4C-BF1A-4B19-AFA0-2DBC9324659D}" destId="{191EFF64-A7A9-438F-9D0E-6FE91BC6F62A}" srcOrd="3" destOrd="0" presId="urn:microsoft.com/office/officeart/2018/2/layout/IconVerticalSolidList"/>
    <dgm:cxn modelId="{3591C651-E44A-4E98-BFE8-456FA9C8CC9E}" type="presParOf" srcId="{9FF15B4C-BF1A-4B19-AFA0-2DBC9324659D}" destId="{66E376FC-10DA-4D9D-BFD7-6585111BC3FD}" srcOrd="4" destOrd="0" presId="urn:microsoft.com/office/officeart/2018/2/layout/IconVerticalSolidList"/>
    <dgm:cxn modelId="{BFC49003-1030-4363-A0D1-E7CCB2839A00}" type="presParOf" srcId="{66E376FC-10DA-4D9D-BFD7-6585111BC3FD}" destId="{11F961A3-8D7A-44A2-A2CF-22BE3945BD08}" srcOrd="0" destOrd="0" presId="urn:microsoft.com/office/officeart/2018/2/layout/IconVerticalSolidList"/>
    <dgm:cxn modelId="{8B4B9D15-937F-47FB-9603-F5F508522E2C}" type="presParOf" srcId="{66E376FC-10DA-4D9D-BFD7-6585111BC3FD}" destId="{2FE5AC9C-18B3-43B4-AC56-E1F866AA1246}" srcOrd="1" destOrd="0" presId="urn:microsoft.com/office/officeart/2018/2/layout/IconVerticalSolidList"/>
    <dgm:cxn modelId="{BFDA2E09-11D6-44D2-8271-7E25B5320408}" type="presParOf" srcId="{66E376FC-10DA-4D9D-BFD7-6585111BC3FD}" destId="{8472CD3B-3F03-4A52-808D-B2F31370ADBC}" srcOrd="2" destOrd="0" presId="urn:microsoft.com/office/officeart/2018/2/layout/IconVerticalSolidList"/>
    <dgm:cxn modelId="{2463E032-1E33-4CB7-9B71-3AFE40DFBC92}" type="presParOf" srcId="{66E376FC-10DA-4D9D-BFD7-6585111BC3FD}" destId="{00EC9451-5393-407B-ADB8-75B839A6850A}" srcOrd="3" destOrd="0" presId="urn:microsoft.com/office/officeart/2018/2/layout/IconVerticalSolidList"/>
    <dgm:cxn modelId="{CCD8A728-886B-4B15-B18C-BD3BF12F69E3}" type="presParOf" srcId="{9FF15B4C-BF1A-4B19-AFA0-2DBC9324659D}" destId="{8E275A51-0CBC-46C8-B081-590F8DCF3EB2}" srcOrd="5" destOrd="0" presId="urn:microsoft.com/office/officeart/2018/2/layout/IconVerticalSolidList"/>
    <dgm:cxn modelId="{81353D35-97C8-4D19-90FF-6CE24B4A645D}" type="presParOf" srcId="{9FF15B4C-BF1A-4B19-AFA0-2DBC9324659D}" destId="{0355555E-B1F2-4FF2-932A-555A65F301A3}" srcOrd="6" destOrd="0" presId="urn:microsoft.com/office/officeart/2018/2/layout/IconVerticalSolidList"/>
    <dgm:cxn modelId="{BEB5ABF1-FB3B-4A3B-952C-A7F53F088F00}" type="presParOf" srcId="{0355555E-B1F2-4FF2-932A-555A65F301A3}" destId="{D8F5D785-B21C-46DD-9300-B8808E28AE4C}" srcOrd="0" destOrd="0" presId="urn:microsoft.com/office/officeart/2018/2/layout/IconVerticalSolidList"/>
    <dgm:cxn modelId="{38E27885-6981-4CCE-97B3-9DB81B4381E4}" type="presParOf" srcId="{0355555E-B1F2-4FF2-932A-555A65F301A3}" destId="{ABFDE3B0-8B27-4EAF-81DE-7F3A57E59CE0}" srcOrd="1" destOrd="0" presId="urn:microsoft.com/office/officeart/2018/2/layout/IconVerticalSolidList"/>
    <dgm:cxn modelId="{8BE5AB0C-F34E-4D21-8CB3-C0E1AB778585}" type="presParOf" srcId="{0355555E-B1F2-4FF2-932A-555A65F301A3}" destId="{07C748A3-C472-476B-9406-8FFED0BE11D0}" srcOrd="2" destOrd="0" presId="urn:microsoft.com/office/officeart/2018/2/layout/IconVerticalSolidList"/>
    <dgm:cxn modelId="{C4400B6D-7176-4C1F-B174-12CD90232126}" type="presParOf" srcId="{0355555E-B1F2-4FF2-932A-555A65F301A3}" destId="{A53E1144-A926-4E07-A8BA-AAAF9D8F67F5}" srcOrd="3" destOrd="0" presId="urn:microsoft.com/office/officeart/2018/2/layout/IconVerticalSolidList"/>
    <dgm:cxn modelId="{FCDB9A97-B7FB-4099-80F7-A6756F3779F3}" type="presParOf" srcId="{9FF15B4C-BF1A-4B19-AFA0-2DBC9324659D}" destId="{BAA5B3DD-4731-42F3-B328-1FDE1284A025}" srcOrd="7" destOrd="0" presId="urn:microsoft.com/office/officeart/2018/2/layout/IconVerticalSolidList"/>
    <dgm:cxn modelId="{FD92518D-FBF6-4863-AB25-3114CC0AA678}" type="presParOf" srcId="{9FF15B4C-BF1A-4B19-AFA0-2DBC9324659D}" destId="{BD50DA02-C86A-49A1-ADAC-CAEE5941D0F0}" srcOrd="8" destOrd="0" presId="urn:microsoft.com/office/officeart/2018/2/layout/IconVerticalSolidList"/>
    <dgm:cxn modelId="{ED471892-A480-4B3E-8747-48D65C25A218}" type="presParOf" srcId="{BD50DA02-C86A-49A1-ADAC-CAEE5941D0F0}" destId="{5F05EF10-6E42-4C0B-8E05-568EC26C4225}" srcOrd="0" destOrd="0" presId="urn:microsoft.com/office/officeart/2018/2/layout/IconVerticalSolidList"/>
    <dgm:cxn modelId="{09393AED-9A10-46DA-A96B-B51A346E8078}" type="presParOf" srcId="{BD50DA02-C86A-49A1-ADAC-CAEE5941D0F0}" destId="{FB6B480D-E0CC-4696-ADFD-4D5A9578AFC6}" srcOrd="1" destOrd="0" presId="urn:microsoft.com/office/officeart/2018/2/layout/IconVerticalSolidList"/>
    <dgm:cxn modelId="{8BEC4B74-0C56-4FDF-B2B6-25B20FE035A9}" type="presParOf" srcId="{BD50DA02-C86A-49A1-ADAC-CAEE5941D0F0}" destId="{E1FE564C-6D3D-49A3-AB5C-7C07032F0ED4}" srcOrd="2" destOrd="0" presId="urn:microsoft.com/office/officeart/2018/2/layout/IconVerticalSolidList"/>
    <dgm:cxn modelId="{BCC2E03B-E0C8-4221-B750-A1B6E225C7B4}" type="presParOf" srcId="{BD50DA02-C86A-49A1-ADAC-CAEE5941D0F0}" destId="{1285888C-E6FC-42AE-B0F9-B6E70D696C3A}" srcOrd="3" destOrd="0" presId="urn:microsoft.com/office/officeart/2018/2/layout/IconVerticalSolidList"/>
    <dgm:cxn modelId="{E3F4284A-25B4-405E-84D1-149EEDD90C20}" type="presParOf" srcId="{9FF15B4C-BF1A-4B19-AFA0-2DBC9324659D}" destId="{E2B2D50F-8320-4731-A295-BF7C1BFE4AB9}" srcOrd="9" destOrd="0" presId="urn:microsoft.com/office/officeart/2018/2/layout/IconVerticalSolidList"/>
    <dgm:cxn modelId="{5958E816-6E1E-4C4B-8301-A9185B2C7396}" type="presParOf" srcId="{9FF15B4C-BF1A-4B19-AFA0-2DBC9324659D}" destId="{6204D83D-60D5-4A66-A4E8-359C4EA54444}" srcOrd="10" destOrd="0" presId="urn:microsoft.com/office/officeart/2018/2/layout/IconVerticalSolidList"/>
    <dgm:cxn modelId="{81305AB9-E258-4B29-9757-E321FEB47AC6}" type="presParOf" srcId="{6204D83D-60D5-4A66-A4E8-359C4EA54444}" destId="{D40B4BCA-A776-4645-96EC-6F7C18CA433B}" srcOrd="0" destOrd="0" presId="urn:microsoft.com/office/officeart/2018/2/layout/IconVerticalSolidList"/>
    <dgm:cxn modelId="{9F523F9D-C078-4DC9-8784-E52ADB64E7B4}" type="presParOf" srcId="{6204D83D-60D5-4A66-A4E8-359C4EA54444}" destId="{B7BAC472-BC1A-4676-933B-8D10E2379F83}" srcOrd="1" destOrd="0" presId="urn:microsoft.com/office/officeart/2018/2/layout/IconVerticalSolidList"/>
    <dgm:cxn modelId="{9803C252-B0C9-4F7C-9731-9F3FCBF9D586}" type="presParOf" srcId="{6204D83D-60D5-4A66-A4E8-359C4EA54444}" destId="{C753673C-13F8-4C62-87AB-B63A292DBD51}" srcOrd="2" destOrd="0" presId="urn:microsoft.com/office/officeart/2018/2/layout/IconVerticalSolidList"/>
    <dgm:cxn modelId="{F42DB4F7-9855-4AB4-A380-6D3F34C809A4}" type="presParOf" srcId="{6204D83D-60D5-4A66-A4E8-359C4EA54444}" destId="{700C8389-ABA0-4A18-B36D-272E3EDA89CD}" srcOrd="3" destOrd="0" presId="urn:microsoft.com/office/officeart/2018/2/layout/IconVerticalSolidList"/>
    <dgm:cxn modelId="{89D5147C-0F83-4265-9A35-58DF5C47D33F}" type="presParOf" srcId="{9FF15B4C-BF1A-4B19-AFA0-2DBC9324659D}" destId="{48EEFC07-4EB8-4CE8-8F27-802B3BCD2A2D}" srcOrd="11" destOrd="0" presId="urn:microsoft.com/office/officeart/2018/2/layout/IconVerticalSolidList"/>
    <dgm:cxn modelId="{CE4915BA-CBA5-4BC5-B14F-C6D2FA7CBD4D}" type="presParOf" srcId="{9FF15B4C-BF1A-4B19-AFA0-2DBC9324659D}" destId="{1265678E-EECC-4F04-AD9C-BE499B2A0941}" srcOrd="12" destOrd="0" presId="urn:microsoft.com/office/officeart/2018/2/layout/IconVerticalSolidList"/>
    <dgm:cxn modelId="{80AB13C0-7FDA-465A-A55C-744556B1C162}" type="presParOf" srcId="{1265678E-EECC-4F04-AD9C-BE499B2A0941}" destId="{3057E380-CD20-4C99-AC36-07E3557B4D98}" srcOrd="0" destOrd="0" presId="urn:microsoft.com/office/officeart/2018/2/layout/IconVerticalSolidList"/>
    <dgm:cxn modelId="{58C5E098-A7DC-4C1B-AFA6-A12B0E24EE82}" type="presParOf" srcId="{1265678E-EECC-4F04-AD9C-BE499B2A0941}" destId="{64D1772B-E2FE-4689-BC5D-AB14D0112555}" srcOrd="1" destOrd="0" presId="urn:microsoft.com/office/officeart/2018/2/layout/IconVerticalSolidList"/>
    <dgm:cxn modelId="{F1AE6BF3-E805-4C8A-8C34-26F33D8291FE}" type="presParOf" srcId="{1265678E-EECC-4F04-AD9C-BE499B2A0941}" destId="{70F80824-CD5A-4D4C-A969-B3C7DB35BD83}" srcOrd="2" destOrd="0" presId="urn:microsoft.com/office/officeart/2018/2/layout/IconVerticalSolidList"/>
    <dgm:cxn modelId="{EBCBC918-E48A-4CDD-BBDA-8ED5502BD811}" type="presParOf" srcId="{1265678E-EECC-4F04-AD9C-BE499B2A0941}" destId="{702F2D5B-E2A2-4733-8A0A-C0BFA8458D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11F7DB-C8C5-435F-9B83-D791D9D86B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8FD8EF-5732-4616-B759-884E5730AC15}">
      <dgm:prSet/>
      <dgm:spPr/>
      <dgm:t>
        <a:bodyPr/>
        <a:lstStyle/>
        <a:p>
          <a:r>
            <a:rPr lang="en-US"/>
            <a:t>Data Science: 104 (42%) - Most popular</a:t>
          </a:r>
        </a:p>
      </dgm:t>
    </dgm:pt>
    <dgm:pt modelId="{729B5D41-487D-45EA-9223-878309A94D5A}" type="parTrans" cxnId="{A72EDF07-CC4B-451E-BE1F-D9851A26DA33}">
      <dgm:prSet/>
      <dgm:spPr/>
      <dgm:t>
        <a:bodyPr/>
        <a:lstStyle/>
        <a:p>
          <a:endParaRPr lang="en-US"/>
        </a:p>
      </dgm:t>
    </dgm:pt>
    <dgm:pt modelId="{FD9B3111-8604-4DE5-9AF7-BF2F416DEF2B}" type="sibTrans" cxnId="{A72EDF07-CC4B-451E-BE1F-D9851A26DA33}">
      <dgm:prSet/>
      <dgm:spPr/>
      <dgm:t>
        <a:bodyPr/>
        <a:lstStyle/>
        <a:p>
          <a:endParaRPr lang="en-US"/>
        </a:p>
      </dgm:t>
    </dgm:pt>
    <dgm:pt modelId="{596DA121-78D3-45BA-ADA0-734EC88D1938}">
      <dgm:prSet/>
      <dgm:spPr/>
      <dgm:t>
        <a:bodyPr/>
        <a:lstStyle/>
        <a:p>
          <a:r>
            <a:rPr lang="en-US"/>
            <a:t>Web Development: 65 (26%)</a:t>
          </a:r>
        </a:p>
      </dgm:t>
    </dgm:pt>
    <dgm:pt modelId="{023907A6-5D46-4301-B138-3E2E1A14EFC2}" type="parTrans" cxnId="{67E8B2CB-1CF1-4B45-AE81-AE435B58CB90}">
      <dgm:prSet/>
      <dgm:spPr/>
      <dgm:t>
        <a:bodyPr/>
        <a:lstStyle/>
        <a:p>
          <a:endParaRPr lang="en-US"/>
        </a:p>
      </dgm:t>
    </dgm:pt>
    <dgm:pt modelId="{1308B439-8055-49B1-B1AF-0F8CA5834743}" type="sibTrans" cxnId="{67E8B2CB-1CF1-4B45-AE81-AE435B58CB90}">
      <dgm:prSet/>
      <dgm:spPr/>
      <dgm:t>
        <a:bodyPr/>
        <a:lstStyle/>
        <a:p>
          <a:endParaRPr lang="en-US"/>
        </a:p>
      </dgm:t>
    </dgm:pt>
    <dgm:pt modelId="{92972374-F7D6-47A4-AD81-DFA162B089BA}">
      <dgm:prSet/>
      <dgm:spPr/>
      <dgm:t>
        <a:bodyPr/>
        <a:lstStyle/>
        <a:p>
          <a:r>
            <a:rPr lang="en-US"/>
            <a:t>AI: 35 (14%)</a:t>
          </a:r>
        </a:p>
      </dgm:t>
    </dgm:pt>
    <dgm:pt modelId="{62296E76-9101-4DBC-B825-8E054FD6E666}" type="parTrans" cxnId="{5F3913B5-8DAB-475D-881C-604E6AC1C53D}">
      <dgm:prSet/>
      <dgm:spPr/>
      <dgm:t>
        <a:bodyPr/>
        <a:lstStyle/>
        <a:p>
          <a:endParaRPr lang="en-US"/>
        </a:p>
      </dgm:t>
    </dgm:pt>
    <dgm:pt modelId="{6BA349B3-AD55-41CE-AB2B-A41D630B0943}" type="sibTrans" cxnId="{5F3913B5-8DAB-475D-881C-604E6AC1C53D}">
      <dgm:prSet/>
      <dgm:spPr/>
      <dgm:t>
        <a:bodyPr/>
        <a:lstStyle/>
        <a:p>
          <a:endParaRPr lang="en-US"/>
        </a:p>
      </dgm:t>
    </dgm:pt>
    <dgm:pt modelId="{98946E50-4CA1-464A-BD31-739F1B03FA52}">
      <dgm:prSet/>
      <dgm:spPr/>
      <dgm:t>
        <a:bodyPr/>
        <a:lstStyle/>
        <a:p>
          <a:r>
            <a:rPr lang="en-US"/>
            <a:t>Cybersecurity: 22 (9%)</a:t>
          </a:r>
        </a:p>
      </dgm:t>
    </dgm:pt>
    <dgm:pt modelId="{BFD61CD6-F577-4DFE-A74A-DC310AD313D7}" type="parTrans" cxnId="{D3C6AA28-BA82-43E7-BFA0-CB5805DC29A7}">
      <dgm:prSet/>
      <dgm:spPr/>
      <dgm:t>
        <a:bodyPr/>
        <a:lstStyle/>
        <a:p>
          <a:endParaRPr lang="en-US"/>
        </a:p>
      </dgm:t>
    </dgm:pt>
    <dgm:pt modelId="{90708AF6-4D22-4660-84FB-2837D7032471}" type="sibTrans" cxnId="{D3C6AA28-BA82-43E7-BFA0-CB5805DC29A7}">
      <dgm:prSet/>
      <dgm:spPr/>
      <dgm:t>
        <a:bodyPr/>
        <a:lstStyle/>
        <a:p>
          <a:endParaRPr lang="en-US"/>
        </a:p>
      </dgm:t>
    </dgm:pt>
    <dgm:pt modelId="{DABDC9A8-A37D-4F36-ABA0-FB6EE891F231}">
      <dgm:prSet/>
      <dgm:spPr/>
      <dgm:t>
        <a:bodyPr/>
        <a:lstStyle/>
        <a:p>
          <a:r>
            <a:rPr lang="en-US"/>
            <a:t>Mobile Development: 22 (9%)</a:t>
          </a:r>
        </a:p>
      </dgm:t>
    </dgm:pt>
    <dgm:pt modelId="{884424DB-38AB-444C-AEB1-179E687A9789}" type="parTrans" cxnId="{2BCDD90A-54EA-4BB1-83DD-3E06F6BE3471}">
      <dgm:prSet/>
      <dgm:spPr/>
      <dgm:t>
        <a:bodyPr/>
        <a:lstStyle/>
        <a:p>
          <a:endParaRPr lang="en-US"/>
        </a:p>
      </dgm:t>
    </dgm:pt>
    <dgm:pt modelId="{150F416B-7E35-4CDC-AD19-B0B1C2A4F799}" type="sibTrans" cxnId="{2BCDD90A-54EA-4BB1-83DD-3E06F6BE3471}">
      <dgm:prSet/>
      <dgm:spPr/>
      <dgm:t>
        <a:bodyPr/>
        <a:lstStyle/>
        <a:p>
          <a:endParaRPr lang="en-US"/>
        </a:p>
      </dgm:t>
    </dgm:pt>
    <dgm:pt modelId="{69247543-2DE7-4886-ADC3-5B9EBB63AE89}">
      <dgm:prSet/>
      <dgm:spPr/>
      <dgm:t>
        <a:bodyPr/>
        <a:lstStyle/>
        <a:p>
          <a:r>
            <a:rPr lang="en-US"/>
            <a:t>Industry demand drives preferences</a:t>
          </a:r>
        </a:p>
      </dgm:t>
    </dgm:pt>
    <dgm:pt modelId="{CCF62270-ADEE-4587-B4EB-967836DFB23B}" type="parTrans" cxnId="{C910C73E-4CAB-4F3A-9334-D07AAE56F428}">
      <dgm:prSet/>
      <dgm:spPr/>
      <dgm:t>
        <a:bodyPr/>
        <a:lstStyle/>
        <a:p>
          <a:endParaRPr lang="en-US"/>
        </a:p>
      </dgm:t>
    </dgm:pt>
    <dgm:pt modelId="{1B9E16A1-A3A1-4BB9-921D-10E800B6F873}" type="sibTrans" cxnId="{C910C73E-4CAB-4F3A-9334-D07AAE56F428}">
      <dgm:prSet/>
      <dgm:spPr/>
      <dgm:t>
        <a:bodyPr/>
        <a:lstStyle/>
        <a:p>
          <a:endParaRPr lang="en-US"/>
        </a:p>
      </dgm:t>
    </dgm:pt>
    <dgm:pt modelId="{15CFD484-1CE5-4A00-80B9-D8B2463B2BBD}" type="pres">
      <dgm:prSet presAssocID="{2111F7DB-C8C5-435F-9B83-D791D9D86B04}" presName="root" presStyleCnt="0">
        <dgm:presLayoutVars>
          <dgm:dir/>
          <dgm:resizeHandles val="exact"/>
        </dgm:presLayoutVars>
      </dgm:prSet>
      <dgm:spPr/>
    </dgm:pt>
    <dgm:pt modelId="{B19E67F6-1596-4213-9F86-C0FCD0683342}" type="pres">
      <dgm:prSet presAssocID="{C68FD8EF-5732-4616-B759-884E5730AC15}" presName="compNode" presStyleCnt="0"/>
      <dgm:spPr/>
    </dgm:pt>
    <dgm:pt modelId="{E2931B11-33F3-4022-B974-07BA14A60690}" type="pres">
      <dgm:prSet presAssocID="{C68FD8EF-5732-4616-B759-884E5730AC15}" presName="bgRect" presStyleLbl="bgShp" presStyleIdx="0" presStyleCnt="6"/>
      <dgm:spPr/>
    </dgm:pt>
    <dgm:pt modelId="{91D6976B-04B3-4B61-A360-A9473A3F4EAD}" type="pres">
      <dgm:prSet presAssocID="{C68FD8EF-5732-4616-B759-884E5730AC1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6277CE1E-3B70-4A2E-A2B1-AD4D61FAC27E}" type="pres">
      <dgm:prSet presAssocID="{C68FD8EF-5732-4616-B759-884E5730AC15}" presName="spaceRect" presStyleCnt="0"/>
      <dgm:spPr/>
    </dgm:pt>
    <dgm:pt modelId="{9B21E338-4C53-4289-8506-2A1FCDAF2A6B}" type="pres">
      <dgm:prSet presAssocID="{C68FD8EF-5732-4616-B759-884E5730AC15}" presName="parTx" presStyleLbl="revTx" presStyleIdx="0" presStyleCnt="6">
        <dgm:presLayoutVars>
          <dgm:chMax val="0"/>
          <dgm:chPref val="0"/>
        </dgm:presLayoutVars>
      </dgm:prSet>
      <dgm:spPr/>
    </dgm:pt>
    <dgm:pt modelId="{A20C15F4-12B6-476B-B8B8-AA9AFC608849}" type="pres">
      <dgm:prSet presAssocID="{FD9B3111-8604-4DE5-9AF7-BF2F416DEF2B}" presName="sibTrans" presStyleCnt="0"/>
      <dgm:spPr/>
    </dgm:pt>
    <dgm:pt modelId="{18CB6FDF-1AB2-4B5E-BED3-36E7EB3C515C}" type="pres">
      <dgm:prSet presAssocID="{596DA121-78D3-45BA-ADA0-734EC88D1938}" presName="compNode" presStyleCnt="0"/>
      <dgm:spPr/>
    </dgm:pt>
    <dgm:pt modelId="{AB8C6FA4-D12B-4B53-B067-C4A38C2075C6}" type="pres">
      <dgm:prSet presAssocID="{596DA121-78D3-45BA-ADA0-734EC88D1938}" presName="bgRect" presStyleLbl="bgShp" presStyleIdx="1" presStyleCnt="6"/>
      <dgm:spPr/>
    </dgm:pt>
    <dgm:pt modelId="{E2FFFF11-D95B-4A22-B264-D9C9B52F5594}" type="pres">
      <dgm:prSet presAssocID="{596DA121-78D3-45BA-ADA0-734EC88D193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C2013DE-8143-41DE-913F-7DE579BEC3FF}" type="pres">
      <dgm:prSet presAssocID="{596DA121-78D3-45BA-ADA0-734EC88D1938}" presName="spaceRect" presStyleCnt="0"/>
      <dgm:spPr/>
    </dgm:pt>
    <dgm:pt modelId="{85FC021F-EC15-4891-A15D-218FD90901CB}" type="pres">
      <dgm:prSet presAssocID="{596DA121-78D3-45BA-ADA0-734EC88D1938}" presName="parTx" presStyleLbl="revTx" presStyleIdx="1" presStyleCnt="6">
        <dgm:presLayoutVars>
          <dgm:chMax val="0"/>
          <dgm:chPref val="0"/>
        </dgm:presLayoutVars>
      </dgm:prSet>
      <dgm:spPr/>
    </dgm:pt>
    <dgm:pt modelId="{0954C207-C628-4D29-84BB-578759B42879}" type="pres">
      <dgm:prSet presAssocID="{1308B439-8055-49B1-B1AF-0F8CA5834743}" presName="sibTrans" presStyleCnt="0"/>
      <dgm:spPr/>
    </dgm:pt>
    <dgm:pt modelId="{D46217AC-AD3B-4628-889E-B02C93771D3B}" type="pres">
      <dgm:prSet presAssocID="{92972374-F7D6-47A4-AD81-DFA162B089BA}" presName="compNode" presStyleCnt="0"/>
      <dgm:spPr/>
    </dgm:pt>
    <dgm:pt modelId="{2D8148E5-E94E-42D8-8BF0-61CD213D1CDF}" type="pres">
      <dgm:prSet presAssocID="{92972374-F7D6-47A4-AD81-DFA162B089BA}" presName="bgRect" presStyleLbl="bgShp" presStyleIdx="2" presStyleCnt="6"/>
      <dgm:spPr/>
    </dgm:pt>
    <dgm:pt modelId="{7E1F3178-20FA-43D8-BF3F-696C4503FFE3}" type="pres">
      <dgm:prSet presAssocID="{92972374-F7D6-47A4-AD81-DFA162B089B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B1BE4E0C-94F9-457A-BF79-2772A8E709C2}" type="pres">
      <dgm:prSet presAssocID="{92972374-F7D6-47A4-AD81-DFA162B089BA}" presName="spaceRect" presStyleCnt="0"/>
      <dgm:spPr/>
    </dgm:pt>
    <dgm:pt modelId="{5FE6CD99-FEE8-44C2-834E-ED1104A35CDF}" type="pres">
      <dgm:prSet presAssocID="{92972374-F7D6-47A4-AD81-DFA162B089BA}" presName="parTx" presStyleLbl="revTx" presStyleIdx="2" presStyleCnt="6">
        <dgm:presLayoutVars>
          <dgm:chMax val="0"/>
          <dgm:chPref val="0"/>
        </dgm:presLayoutVars>
      </dgm:prSet>
      <dgm:spPr/>
    </dgm:pt>
    <dgm:pt modelId="{576F5924-23EA-4291-8639-F11522C4E28B}" type="pres">
      <dgm:prSet presAssocID="{6BA349B3-AD55-41CE-AB2B-A41D630B0943}" presName="sibTrans" presStyleCnt="0"/>
      <dgm:spPr/>
    </dgm:pt>
    <dgm:pt modelId="{264D0953-0194-4FC9-AD08-9225A2282EBC}" type="pres">
      <dgm:prSet presAssocID="{98946E50-4CA1-464A-BD31-739F1B03FA52}" presName="compNode" presStyleCnt="0"/>
      <dgm:spPr/>
    </dgm:pt>
    <dgm:pt modelId="{AEAD248F-69B5-4664-8DBA-6277229B260D}" type="pres">
      <dgm:prSet presAssocID="{98946E50-4CA1-464A-BD31-739F1B03FA52}" presName="bgRect" presStyleLbl="bgShp" presStyleIdx="3" presStyleCnt="6"/>
      <dgm:spPr/>
    </dgm:pt>
    <dgm:pt modelId="{AE732394-57B6-4CF3-9331-4F5AB961CB84}" type="pres">
      <dgm:prSet presAssocID="{98946E50-4CA1-464A-BD31-739F1B03FA5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993F13C-F8F6-441D-8261-FD7F067BD2B2}" type="pres">
      <dgm:prSet presAssocID="{98946E50-4CA1-464A-BD31-739F1B03FA52}" presName="spaceRect" presStyleCnt="0"/>
      <dgm:spPr/>
    </dgm:pt>
    <dgm:pt modelId="{6FE27153-8519-48F8-96B9-A60757BDA927}" type="pres">
      <dgm:prSet presAssocID="{98946E50-4CA1-464A-BD31-739F1B03FA52}" presName="parTx" presStyleLbl="revTx" presStyleIdx="3" presStyleCnt="6">
        <dgm:presLayoutVars>
          <dgm:chMax val="0"/>
          <dgm:chPref val="0"/>
        </dgm:presLayoutVars>
      </dgm:prSet>
      <dgm:spPr/>
    </dgm:pt>
    <dgm:pt modelId="{9606ABE6-1A03-45C2-A2AB-CCFC37D660BC}" type="pres">
      <dgm:prSet presAssocID="{90708AF6-4D22-4660-84FB-2837D7032471}" presName="sibTrans" presStyleCnt="0"/>
      <dgm:spPr/>
    </dgm:pt>
    <dgm:pt modelId="{FB15E277-157C-4DC3-9F85-FE6CEDAE4BC5}" type="pres">
      <dgm:prSet presAssocID="{DABDC9A8-A37D-4F36-ABA0-FB6EE891F231}" presName="compNode" presStyleCnt="0"/>
      <dgm:spPr/>
    </dgm:pt>
    <dgm:pt modelId="{FFC73F36-AD94-4BEA-AD7A-1DCD8038EB38}" type="pres">
      <dgm:prSet presAssocID="{DABDC9A8-A37D-4F36-ABA0-FB6EE891F231}" presName="bgRect" presStyleLbl="bgShp" presStyleIdx="4" presStyleCnt="6"/>
      <dgm:spPr/>
    </dgm:pt>
    <dgm:pt modelId="{F8E11720-BB60-454A-8C08-9C293FBD136E}" type="pres">
      <dgm:prSet presAssocID="{DABDC9A8-A37D-4F36-ABA0-FB6EE891F23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5B6005B-43E5-4444-9F6A-015606FF074A}" type="pres">
      <dgm:prSet presAssocID="{DABDC9A8-A37D-4F36-ABA0-FB6EE891F231}" presName="spaceRect" presStyleCnt="0"/>
      <dgm:spPr/>
    </dgm:pt>
    <dgm:pt modelId="{E373D173-6AEF-435E-BB48-DBADB44333C1}" type="pres">
      <dgm:prSet presAssocID="{DABDC9A8-A37D-4F36-ABA0-FB6EE891F231}" presName="parTx" presStyleLbl="revTx" presStyleIdx="4" presStyleCnt="6">
        <dgm:presLayoutVars>
          <dgm:chMax val="0"/>
          <dgm:chPref val="0"/>
        </dgm:presLayoutVars>
      </dgm:prSet>
      <dgm:spPr/>
    </dgm:pt>
    <dgm:pt modelId="{9055DE3B-57F8-4D57-8153-7EA9AE540888}" type="pres">
      <dgm:prSet presAssocID="{150F416B-7E35-4CDC-AD19-B0B1C2A4F799}" presName="sibTrans" presStyleCnt="0"/>
      <dgm:spPr/>
    </dgm:pt>
    <dgm:pt modelId="{D5FEB720-A389-4ACE-95A1-37DAF885F8A1}" type="pres">
      <dgm:prSet presAssocID="{69247543-2DE7-4886-ADC3-5B9EBB63AE89}" presName="compNode" presStyleCnt="0"/>
      <dgm:spPr/>
    </dgm:pt>
    <dgm:pt modelId="{C6F4D0F1-B1D8-49A9-B6DA-492F334CF78C}" type="pres">
      <dgm:prSet presAssocID="{69247543-2DE7-4886-ADC3-5B9EBB63AE89}" presName="bgRect" presStyleLbl="bgShp" presStyleIdx="5" presStyleCnt="6"/>
      <dgm:spPr/>
    </dgm:pt>
    <dgm:pt modelId="{CF8A2AF2-A1AA-4B48-911F-72A8963C28C1}" type="pres">
      <dgm:prSet presAssocID="{69247543-2DE7-4886-ADC3-5B9EBB63AE8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Stick"/>
        </a:ext>
      </dgm:extLst>
    </dgm:pt>
    <dgm:pt modelId="{76C91C8B-F167-4222-BAC3-C821EC740BD5}" type="pres">
      <dgm:prSet presAssocID="{69247543-2DE7-4886-ADC3-5B9EBB63AE89}" presName="spaceRect" presStyleCnt="0"/>
      <dgm:spPr/>
    </dgm:pt>
    <dgm:pt modelId="{E6F94175-AEC4-495B-B900-2880D39D4B07}" type="pres">
      <dgm:prSet presAssocID="{69247543-2DE7-4886-ADC3-5B9EBB63AE8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72EDF07-CC4B-451E-BE1F-D9851A26DA33}" srcId="{2111F7DB-C8C5-435F-9B83-D791D9D86B04}" destId="{C68FD8EF-5732-4616-B759-884E5730AC15}" srcOrd="0" destOrd="0" parTransId="{729B5D41-487D-45EA-9223-878309A94D5A}" sibTransId="{FD9B3111-8604-4DE5-9AF7-BF2F416DEF2B}"/>
    <dgm:cxn modelId="{A6C6C40A-9281-4DB3-932A-68CD2B44AFA2}" type="presOf" srcId="{596DA121-78D3-45BA-ADA0-734EC88D1938}" destId="{85FC021F-EC15-4891-A15D-218FD90901CB}" srcOrd="0" destOrd="0" presId="urn:microsoft.com/office/officeart/2018/2/layout/IconVerticalSolidList"/>
    <dgm:cxn modelId="{2BCDD90A-54EA-4BB1-83DD-3E06F6BE3471}" srcId="{2111F7DB-C8C5-435F-9B83-D791D9D86B04}" destId="{DABDC9A8-A37D-4F36-ABA0-FB6EE891F231}" srcOrd="4" destOrd="0" parTransId="{884424DB-38AB-444C-AEB1-179E687A9789}" sibTransId="{150F416B-7E35-4CDC-AD19-B0B1C2A4F799}"/>
    <dgm:cxn modelId="{D3C6AA28-BA82-43E7-BFA0-CB5805DC29A7}" srcId="{2111F7DB-C8C5-435F-9B83-D791D9D86B04}" destId="{98946E50-4CA1-464A-BD31-739F1B03FA52}" srcOrd="3" destOrd="0" parTransId="{BFD61CD6-F577-4DFE-A74A-DC310AD313D7}" sibTransId="{90708AF6-4D22-4660-84FB-2837D7032471}"/>
    <dgm:cxn modelId="{C910C73E-4CAB-4F3A-9334-D07AAE56F428}" srcId="{2111F7DB-C8C5-435F-9B83-D791D9D86B04}" destId="{69247543-2DE7-4886-ADC3-5B9EBB63AE89}" srcOrd="5" destOrd="0" parTransId="{CCF62270-ADEE-4587-B4EB-967836DFB23B}" sibTransId="{1B9E16A1-A3A1-4BB9-921D-10E800B6F873}"/>
    <dgm:cxn modelId="{4860F240-0BB0-4D4B-86B6-B48F46CD1BDE}" type="presOf" srcId="{69247543-2DE7-4886-ADC3-5B9EBB63AE89}" destId="{E6F94175-AEC4-495B-B900-2880D39D4B07}" srcOrd="0" destOrd="0" presId="urn:microsoft.com/office/officeart/2018/2/layout/IconVerticalSolidList"/>
    <dgm:cxn modelId="{972AB15B-8E8E-41EE-9F10-B96DF3E4A378}" type="presOf" srcId="{C68FD8EF-5732-4616-B759-884E5730AC15}" destId="{9B21E338-4C53-4289-8506-2A1FCDAF2A6B}" srcOrd="0" destOrd="0" presId="urn:microsoft.com/office/officeart/2018/2/layout/IconVerticalSolidList"/>
    <dgm:cxn modelId="{BB875B6F-F7D6-444F-BB36-B1C0834DD5B5}" type="presOf" srcId="{2111F7DB-C8C5-435F-9B83-D791D9D86B04}" destId="{15CFD484-1CE5-4A00-80B9-D8B2463B2BBD}" srcOrd="0" destOrd="0" presId="urn:microsoft.com/office/officeart/2018/2/layout/IconVerticalSolidList"/>
    <dgm:cxn modelId="{EE0AE451-5562-490B-9D9C-246614B1FC40}" type="presOf" srcId="{DABDC9A8-A37D-4F36-ABA0-FB6EE891F231}" destId="{E373D173-6AEF-435E-BB48-DBADB44333C1}" srcOrd="0" destOrd="0" presId="urn:microsoft.com/office/officeart/2018/2/layout/IconVerticalSolidList"/>
    <dgm:cxn modelId="{A5720181-6779-4FB9-A17E-B924A3A051EA}" type="presOf" srcId="{92972374-F7D6-47A4-AD81-DFA162B089BA}" destId="{5FE6CD99-FEE8-44C2-834E-ED1104A35CDF}" srcOrd="0" destOrd="0" presId="urn:microsoft.com/office/officeart/2018/2/layout/IconVerticalSolidList"/>
    <dgm:cxn modelId="{5F3913B5-8DAB-475D-881C-604E6AC1C53D}" srcId="{2111F7DB-C8C5-435F-9B83-D791D9D86B04}" destId="{92972374-F7D6-47A4-AD81-DFA162B089BA}" srcOrd="2" destOrd="0" parTransId="{62296E76-9101-4DBC-B825-8E054FD6E666}" sibTransId="{6BA349B3-AD55-41CE-AB2B-A41D630B0943}"/>
    <dgm:cxn modelId="{A97290B6-1FF1-49D8-BC29-AE72CDDC4D58}" type="presOf" srcId="{98946E50-4CA1-464A-BD31-739F1B03FA52}" destId="{6FE27153-8519-48F8-96B9-A60757BDA927}" srcOrd="0" destOrd="0" presId="urn:microsoft.com/office/officeart/2018/2/layout/IconVerticalSolidList"/>
    <dgm:cxn modelId="{67E8B2CB-1CF1-4B45-AE81-AE435B58CB90}" srcId="{2111F7DB-C8C5-435F-9B83-D791D9D86B04}" destId="{596DA121-78D3-45BA-ADA0-734EC88D1938}" srcOrd="1" destOrd="0" parTransId="{023907A6-5D46-4301-B138-3E2E1A14EFC2}" sibTransId="{1308B439-8055-49B1-B1AF-0F8CA5834743}"/>
    <dgm:cxn modelId="{C09EDCD1-AE7D-4146-8850-7CB6827735D0}" type="presParOf" srcId="{15CFD484-1CE5-4A00-80B9-D8B2463B2BBD}" destId="{B19E67F6-1596-4213-9F86-C0FCD0683342}" srcOrd="0" destOrd="0" presId="urn:microsoft.com/office/officeart/2018/2/layout/IconVerticalSolidList"/>
    <dgm:cxn modelId="{7F699660-1102-4AE8-8CDA-2F22DE5DD7FF}" type="presParOf" srcId="{B19E67F6-1596-4213-9F86-C0FCD0683342}" destId="{E2931B11-33F3-4022-B974-07BA14A60690}" srcOrd="0" destOrd="0" presId="urn:microsoft.com/office/officeart/2018/2/layout/IconVerticalSolidList"/>
    <dgm:cxn modelId="{E94589A1-8D68-48E2-8B6E-4459E6CC1117}" type="presParOf" srcId="{B19E67F6-1596-4213-9F86-C0FCD0683342}" destId="{91D6976B-04B3-4B61-A360-A9473A3F4EAD}" srcOrd="1" destOrd="0" presId="urn:microsoft.com/office/officeart/2018/2/layout/IconVerticalSolidList"/>
    <dgm:cxn modelId="{C853D144-E11F-4A28-B691-57F6A204E7C2}" type="presParOf" srcId="{B19E67F6-1596-4213-9F86-C0FCD0683342}" destId="{6277CE1E-3B70-4A2E-A2B1-AD4D61FAC27E}" srcOrd="2" destOrd="0" presId="urn:microsoft.com/office/officeart/2018/2/layout/IconVerticalSolidList"/>
    <dgm:cxn modelId="{BDBBDCBE-CDA0-47BD-926A-AF01511047B0}" type="presParOf" srcId="{B19E67F6-1596-4213-9F86-C0FCD0683342}" destId="{9B21E338-4C53-4289-8506-2A1FCDAF2A6B}" srcOrd="3" destOrd="0" presId="urn:microsoft.com/office/officeart/2018/2/layout/IconVerticalSolidList"/>
    <dgm:cxn modelId="{6ADF2CE5-21E1-4E87-AF15-9707DC4128A0}" type="presParOf" srcId="{15CFD484-1CE5-4A00-80B9-D8B2463B2BBD}" destId="{A20C15F4-12B6-476B-B8B8-AA9AFC608849}" srcOrd="1" destOrd="0" presId="urn:microsoft.com/office/officeart/2018/2/layout/IconVerticalSolidList"/>
    <dgm:cxn modelId="{EDFA6AD6-FFE7-469F-8677-F37E5E02B2F9}" type="presParOf" srcId="{15CFD484-1CE5-4A00-80B9-D8B2463B2BBD}" destId="{18CB6FDF-1AB2-4B5E-BED3-36E7EB3C515C}" srcOrd="2" destOrd="0" presId="urn:microsoft.com/office/officeart/2018/2/layout/IconVerticalSolidList"/>
    <dgm:cxn modelId="{CE239E3B-5670-4B6D-A578-DEDBBAD885C4}" type="presParOf" srcId="{18CB6FDF-1AB2-4B5E-BED3-36E7EB3C515C}" destId="{AB8C6FA4-D12B-4B53-B067-C4A38C2075C6}" srcOrd="0" destOrd="0" presId="urn:microsoft.com/office/officeart/2018/2/layout/IconVerticalSolidList"/>
    <dgm:cxn modelId="{DAF8458D-F711-4B1F-BC5E-21B6264E072C}" type="presParOf" srcId="{18CB6FDF-1AB2-4B5E-BED3-36E7EB3C515C}" destId="{E2FFFF11-D95B-4A22-B264-D9C9B52F5594}" srcOrd="1" destOrd="0" presId="urn:microsoft.com/office/officeart/2018/2/layout/IconVerticalSolidList"/>
    <dgm:cxn modelId="{FC93CAE9-357C-4B0F-B40B-14440322585A}" type="presParOf" srcId="{18CB6FDF-1AB2-4B5E-BED3-36E7EB3C515C}" destId="{3C2013DE-8143-41DE-913F-7DE579BEC3FF}" srcOrd="2" destOrd="0" presId="urn:microsoft.com/office/officeart/2018/2/layout/IconVerticalSolidList"/>
    <dgm:cxn modelId="{8E512A5A-DD40-484D-96BB-1D608B2519A2}" type="presParOf" srcId="{18CB6FDF-1AB2-4B5E-BED3-36E7EB3C515C}" destId="{85FC021F-EC15-4891-A15D-218FD90901CB}" srcOrd="3" destOrd="0" presId="urn:microsoft.com/office/officeart/2018/2/layout/IconVerticalSolidList"/>
    <dgm:cxn modelId="{267339EF-44D8-488E-A60E-E1B6234F83F4}" type="presParOf" srcId="{15CFD484-1CE5-4A00-80B9-D8B2463B2BBD}" destId="{0954C207-C628-4D29-84BB-578759B42879}" srcOrd="3" destOrd="0" presId="urn:microsoft.com/office/officeart/2018/2/layout/IconVerticalSolidList"/>
    <dgm:cxn modelId="{AFAF4F3D-1E0D-4555-9475-C4E1BF60F272}" type="presParOf" srcId="{15CFD484-1CE5-4A00-80B9-D8B2463B2BBD}" destId="{D46217AC-AD3B-4628-889E-B02C93771D3B}" srcOrd="4" destOrd="0" presId="urn:microsoft.com/office/officeart/2018/2/layout/IconVerticalSolidList"/>
    <dgm:cxn modelId="{8352B737-34E2-49AE-8428-C8A35E726D70}" type="presParOf" srcId="{D46217AC-AD3B-4628-889E-B02C93771D3B}" destId="{2D8148E5-E94E-42D8-8BF0-61CD213D1CDF}" srcOrd="0" destOrd="0" presId="urn:microsoft.com/office/officeart/2018/2/layout/IconVerticalSolidList"/>
    <dgm:cxn modelId="{9BFDDD11-B7CA-4F7A-9C87-D2C459E3C969}" type="presParOf" srcId="{D46217AC-AD3B-4628-889E-B02C93771D3B}" destId="{7E1F3178-20FA-43D8-BF3F-696C4503FFE3}" srcOrd="1" destOrd="0" presId="urn:microsoft.com/office/officeart/2018/2/layout/IconVerticalSolidList"/>
    <dgm:cxn modelId="{13071D1D-CE21-4C38-9312-61AE14D3BB87}" type="presParOf" srcId="{D46217AC-AD3B-4628-889E-B02C93771D3B}" destId="{B1BE4E0C-94F9-457A-BF79-2772A8E709C2}" srcOrd="2" destOrd="0" presId="urn:microsoft.com/office/officeart/2018/2/layout/IconVerticalSolidList"/>
    <dgm:cxn modelId="{28BFAC29-C3B8-4EEC-AAA1-62AA97BCB53E}" type="presParOf" srcId="{D46217AC-AD3B-4628-889E-B02C93771D3B}" destId="{5FE6CD99-FEE8-44C2-834E-ED1104A35CDF}" srcOrd="3" destOrd="0" presId="urn:microsoft.com/office/officeart/2018/2/layout/IconVerticalSolidList"/>
    <dgm:cxn modelId="{17EF8C4E-2359-45EA-A8AC-95D8F011647A}" type="presParOf" srcId="{15CFD484-1CE5-4A00-80B9-D8B2463B2BBD}" destId="{576F5924-23EA-4291-8639-F11522C4E28B}" srcOrd="5" destOrd="0" presId="urn:microsoft.com/office/officeart/2018/2/layout/IconVerticalSolidList"/>
    <dgm:cxn modelId="{F6B80B89-2D33-4865-BFDB-86AA1E703690}" type="presParOf" srcId="{15CFD484-1CE5-4A00-80B9-D8B2463B2BBD}" destId="{264D0953-0194-4FC9-AD08-9225A2282EBC}" srcOrd="6" destOrd="0" presId="urn:microsoft.com/office/officeart/2018/2/layout/IconVerticalSolidList"/>
    <dgm:cxn modelId="{26ECF92F-C768-4BB8-9CF8-D90959D79117}" type="presParOf" srcId="{264D0953-0194-4FC9-AD08-9225A2282EBC}" destId="{AEAD248F-69B5-4664-8DBA-6277229B260D}" srcOrd="0" destOrd="0" presId="urn:microsoft.com/office/officeart/2018/2/layout/IconVerticalSolidList"/>
    <dgm:cxn modelId="{156EB11A-9B6D-473D-9B2A-6D80613EA582}" type="presParOf" srcId="{264D0953-0194-4FC9-AD08-9225A2282EBC}" destId="{AE732394-57B6-4CF3-9331-4F5AB961CB84}" srcOrd="1" destOrd="0" presId="urn:microsoft.com/office/officeart/2018/2/layout/IconVerticalSolidList"/>
    <dgm:cxn modelId="{898FB3D9-FF24-4F1F-8539-DFD2026D0B26}" type="presParOf" srcId="{264D0953-0194-4FC9-AD08-9225A2282EBC}" destId="{1993F13C-F8F6-441D-8261-FD7F067BD2B2}" srcOrd="2" destOrd="0" presId="urn:microsoft.com/office/officeart/2018/2/layout/IconVerticalSolidList"/>
    <dgm:cxn modelId="{9D96BB7F-5DBA-409F-8E08-B0B5BFECF162}" type="presParOf" srcId="{264D0953-0194-4FC9-AD08-9225A2282EBC}" destId="{6FE27153-8519-48F8-96B9-A60757BDA927}" srcOrd="3" destOrd="0" presId="urn:microsoft.com/office/officeart/2018/2/layout/IconVerticalSolidList"/>
    <dgm:cxn modelId="{F9865DDC-C2AD-40A4-88AB-BA6DED75E68C}" type="presParOf" srcId="{15CFD484-1CE5-4A00-80B9-D8B2463B2BBD}" destId="{9606ABE6-1A03-45C2-A2AB-CCFC37D660BC}" srcOrd="7" destOrd="0" presId="urn:microsoft.com/office/officeart/2018/2/layout/IconVerticalSolidList"/>
    <dgm:cxn modelId="{B49EB4E2-CEFD-42B3-B92B-998BCDB99590}" type="presParOf" srcId="{15CFD484-1CE5-4A00-80B9-D8B2463B2BBD}" destId="{FB15E277-157C-4DC3-9F85-FE6CEDAE4BC5}" srcOrd="8" destOrd="0" presId="urn:microsoft.com/office/officeart/2018/2/layout/IconVerticalSolidList"/>
    <dgm:cxn modelId="{4B35455F-F762-47DF-A4EA-DCABD5F5A792}" type="presParOf" srcId="{FB15E277-157C-4DC3-9F85-FE6CEDAE4BC5}" destId="{FFC73F36-AD94-4BEA-AD7A-1DCD8038EB38}" srcOrd="0" destOrd="0" presId="urn:microsoft.com/office/officeart/2018/2/layout/IconVerticalSolidList"/>
    <dgm:cxn modelId="{C641F7FA-F660-47A0-B9C6-54118121764E}" type="presParOf" srcId="{FB15E277-157C-4DC3-9F85-FE6CEDAE4BC5}" destId="{F8E11720-BB60-454A-8C08-9C293FBD136E}" srcOrd="1" destOrd="0" presId="urn:microsoft.com/office/officeart/2018/2/layout/IconVerticalSolidList"/>
    <dgm:cxn modelId="{4DD6EA5C-4932-4A29-AD4E-1955E0251E42}" type="presParOf" srcId="{FB15E277-157C-4DC3-9F85-FE6CEDAE4BC5}" destId="{45B6005B-43E5-4444-9F6A-015606FF074A}" srcOrd="2" destOrd="0" presId="urn:microsoft.com/office/officeart/2018/2/layout/IconVerticalSolidList"/>
    <dgm:cxn modelId="{EC7CF57D-1655-4B95-B9C2-F06C3727EF04}" type="presParOf" srcId="{FB15E277-157C-4DC3-9F85-FE6CEDAE4BC5}" destId="{E373D173-6AEF-435E-BB48-DBADB44333C1}" srcOrd="3" destOrd="0" presId="urn:microsoft.com/office/officeart/2018/2/layout/IconVerticalSolidList"/>
    <dgm:cxn modelId="{938DD30A-8423-494C-B3D2-AA0C1B46AFB0}" type="presParOf" srcId="{15CFD484-1CE5-4A00-80B9-D8B2463B2BBD}" destId="{9055DE3B-57F8-4D57-8153-7EA9AE540888}" srcOrd="9" destOrd="0" presId="urn:microsoft.com/office/officeart/2018/2/layout/IconVerticalSolidList"/>
    <dgm:cxn modelId="{CD6B2D76-401B-4AAB-AD53-9C0D9A856E00}" type="presParOf" srcId="{15CFD484-1CE5-4A00-80B9-D8B2463B2BBD}" destId="{D5FEB720-A389-4ACE-95A1-37DAF885F8A1}" srcOrd="10" destOrd="0" presId="urn:microsoft.com/office/officeart/2018/2/layout/IconVerticalSolidList"/>
    <dgm:cxn modelId="{A46DF250-5E86-4409-A53A-CBA9DD478F69}" type="presParOf" srcId="{D5FEB720-A389-4ACE-95A1-37DAF885F8A1}" destId="{C6F4D0F1-B1D8-49A9-B6DA-492F334CF78C}" srcOrd="0" destOrd="0" presId="urn:microsoft.com/office/officeart/2018/2/layout/IconVerticalSolidList"/>
    <dgm:cxn modelId="{809DB9F7-F976-45E8-833E-1FB0C7D33188}" type="presParOf" srcId="{D5FEB720-A389-4ACE-95A1-37DAF885F8A1}" destId="{CF8A2AF2-A1AA-4B48-911F-72A8963C28C1}" srcOrd="1" destOrd="0" presId="urn:microsoft.com/office/officeart/2018/2/layout/IconVerticalSolidList"/>
    <dgm:cxn modelId="{7757A21B-482A-4B65-AE36-DD174FC15354}" type="presParOf" srcId="{D5FEB720-A389-4ACE-95A1-37DAF885F8A1}" destId="{76C91C8B-F167-4222-BAC3-C821EC740BD5}" srcOrd="2" destOrd="0" presId="urn:microsoft.com/office/officeart/2018/2/layout/IconVerticalSolidList"/>
    <dgm:cxn modelId="{7DC05F2A-BE47-4CC2-B42C-8E0F7985DB71}" type="presParOf" srcId="{D5FEB720-A389-4ACE-95A1-37DAF885F8A1}" destId="{E6F94175-AEC4-495B-B900-2880D39D4B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4D14C4-23F0-4B0B-9CAA-F5029A697F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DC0E6A-B31A-4301-B169-18731CC73D8E}">
      <dgm:prSet/>
      <dgm:spPr/>
      <dgm:t>
        <a:bodyPr/>
        <a:lstStyle/>
        <a:p>
          <a:r>
            <a:rPr lang="en-US"/>
            <a:t>Personal Interest: 146 (58%) - Primary factor</a:t>
          </a:r>
        </a:p>
      </dgm:t>
    </dgm:pt>
    <dgm:pt modelId="{1BFF5181-317A-4EF9-AA21-AC9CA3F3DE56}" type="parTrans" cxnId="{557E8ACB-0671-4DD5-BC4D-508C464C7999}">
      <dgm:prSet/>
      <dgm:spPr/>
      <dgm:t>
        <a:bodyPr/>
        <a:lstStyle/>
        <a:p>
          <a:endParaRPr lang="en-US"/>
        </a:p>
      </dgm:t>
    </dgm:pt>
    <dgm:pt modelId="{66A1C32B-DBCB-44D0-AF3F-D163075583C1}" type="sibTrans" cxnId="{557E8ACB-0671-4DD5-BC4D-508C464C7999}">
      <dgm:prSet/>
      <dgm:spPr/>
      <dgm:t>
        <a:bodyPr/>
        <a:lstStyle/>
        <a:p>
          <a:endParaRPr lang="en-US"/>
        </a:p>
      </dgm:t>
    </dgm:pt>
    <dgm:pt modelId="{38DB233A-60FA-457A-8539-AC0A6CD57F47}">
      <dgm:prSet/>
      <dgm:spPr/>
      <dgm:t>
        <a:bodyPr/>
        <a:lstStyle/>
        <a:p>
          <a:r>
            <a:rPr lang="en-US"/>
            <a:t>Market Demand: 53 (21%)</a:t>
          </a:r>
        </a:p>
      </dgm:t>
    </dgm:pt>
    <dgm:pt modelId="{22CC05CA-264E-440A-B30B-93FB04D05BAA}" type="parTrans" cxnId="{A9E7A3CA-DCD5-474F-A135-E823034F3FAF}">
      <dgm:prSet/>
      <dgm:spPr/>
      <dgm:t>
        <a:bodyPr/>
        <a:lstStyle/>
        <a:p>
          <a:endParaRPr lang="en-US"/>
        </a:p>
      </dgm:t>
    </dgm:pt>
    <dgm:pt modelId="{DB43700C-ED77-4E03-8A9D-57D6F9CE8ACD}" type="sibTrans" cxnId="{A9E7A3CA-DCD5-474F-A135-E823034F3FAF}">
      <dgm:prSet/>
      <dgm:spPr/>
      <dgm:t>
        <a:bodyPr/>
        <a:lstStyle/>
        <a:p>
          <a:endParaRPr lang="en-US"/>
        </a:p>
      </dgm:t>
    </dgm:pt>
    <dgm:pt modelId="{E21E40B9-90EF-4563-A8FC-3DC0F3E192A2}">
      <dgm:prSet/>
      <dgm:spPr/>
      <dgm:t>
        <a:bodyPr/>
        <a:lstStyle/>
        <a:p>
          <a:r>
            <a:rPr lang="en-US"/>
            <a:t>Salary Prospects: 30 (12%)</a:t>
          </a:r>
        </a:p>
      </dgm:t>
    </dgm:pt>
    <dgm:pt modelId="{53EC22CB-2D14-46DE-934A-A353861C0DCE}" type="parTrans" cxnId="{1758EDA6-0E72-46B5-9B72-1F2398400620}">
      <dgm:prSet/>
      <dgm:spPr/>
      <dgm:t>
        <a:bodyPr/>
        <a:lstStyle/>
        <a:p>
          <a:endParaRPr lang="en-US"/>
        </a:p>
      </dgm:t>
    </dgm:pt>
    <dgm:pt modelId="{81778CDB-48AF-45FF-8C35-759294AB89EC}" type="sibTrans" cxnId="{1758EDA6-0E72-46B5-9B72-1F2398400620}">
      <dgm:prSet/>
      <dgm:spPr/>
      <dgm:t>
        <a:bodyPr/>
        <a:lstStyle/>
        <a:p>
          <a:endParaRPr lang="en-US"/>
        </a:p>
      </dgm:t>
    </dgm:pt>
    <dgm:pt modelId="{4BD25A8A-DB0E-4148-8139-6C0CB2A2E609}">
      <dgm:prSet/>
      <dgm:spPr/>
      <dgm:t>
        <a:bodyPr/>
        <a:lstStyle/>
        <a:p>
          <a:r>
            <a:rPr lang="en-US"/>
            <a:t>Flexibility: 20 (8%)</a:t>
          </a:r>
        </a:p>
      </dgm:t>
    </dgm:pt>
    <dgm:pt modelId="{8064BFEC-4795-4748-A522-C688CC9368DA}" type="parTrans" cxnId="{179E83B9-5687-49B1-BE3D-F9610C510FA1}">
      <dgm:prSet/>
      <dgm:spPr/>
      <dgm:t>
        <a:bodyPr/>
        <a:lstStyle/>
        <a:p>
          <a:endParaRPr lang="en-US"/>
        </a:p>
      </dgm:t>
    </dgm:pt>
    <dgm:pt modelId="{54139F14-5E44-45E9-8DD9-ACDF5CD8736E}" type="sibTrans" cxnId="{179E83B9-5687-49B1-BE3D-F9610C510FA1}">
      <dgm:prSet/>
      <dgm:spPr/>
      <dgm:t>
        <a:bodyPr/>
        <a:lstStyle/>
        <a:p>
          <a:endParaRPr lang="en-US"/>
        </a:p>
      </dgm:t>
    </dgm:pt>
    <dgm:pt modelId="{775CEAA6-46D7-407F-B484-EC06DE087EF5}">
      <dgm:prSet/>
      <dgm:spPr/>
      <dgm:t>
        <a:bodyPr/>
        <a:lstStyle/>
        <a:p>
          <a:r>
            <a:rPr lang="en-US"/>
            <a:t>Passion dominates but practical concerns present</a:t>
          </a:r>
        </a:p>
      </dgm:t>
    </dgm:pt>
    <dgm:pt modelId="{DB59B9DC-CCBA-4EA8-AFDD-BB90FEABC768}" type="parTrans" cxnId="{86326CB1-381B-4760-8EE9-C0BE32A16824}">
      <dgm:prSet/>
      <dgm:spPr/>
      <dgm:t>
        <a:bodyPr/>
        <a:lstStyle/>
        <a:p>
          <a:endParaRPr lang="en-US"/>
        </a:p>
      </dgm:t>
    </dgm:pt>
    <dgm:pt modelId="{A6719ECB-5D64-45EF-BCF5-3B7D74B4DAF3}" type="sibTrans" cxnId="{86326CB1-381B-4760-8EE9-C0BE32A16824}">
      <dgm:prSet/>
      <dgm:spPr/>
      <dgm:t>
        <a:bodyPr/>
        <a:lstStyle/>
        <a:p>
          <a:endParaRPr lang="en-US"/>
        </a:p>
      </dgm:t>
    </dgm:pt>
    <dgm:pt modelId="{4A285F5F-B28B-4A66-8DB8-23CA7B90879B}">
      <dgm:prSet/>
      <dgm:spPr/>
      <dgm:t>
        <a:bodyPr/>
        <a:lstStyle/>
        <a:p>
          <a:r>
            <a:rPr lang="en-US"/>
            <a:t>Money not primary motivator for most</a:t>
          </a:r>
        </a:p>
      </dgm:t>
    </dgm:pt>
    <dgm:pt modelId="{F96E2B1B-DD33-4871-AE96-6B2CFA7504CA}" type="parTrans" cxnId="{699190A6-78D2-4BF4-9D83-C78FFF4F8474}">
      <dgm:prSet/>
      <dgm:spPr/>
      <dgm:t>
        <a:bodyPr/>
        <a:lstStyle/>
        <a:p>
          <a:endParaRPr lang="en-US"/>
        </a:p>
      </dgm:t>
    </dgm:pt>
    <dgm:pt modelId="{6FD2EE7C-F0A9-451D-8AE3-78CB923A2B97}" type="sibTrans" cxnId="{699190A6-78D2-4BF4-9D83-C78FFF4F8474}">
      <dgm:prSet/>
      <dgm:spPr/>
      <dgm:t>
        <a:bodyPr/>
        <a:lstStyle/>
        <a:p>
          <a:endParaRPr lang="en-US"/>
        </a:p>
      </dgm:t>
    </dgm:pt>
    <dgm:pt modelId="{A3640175-14FF-4189-9588-1461F4274B50}" type="pres">
      <dgm:prSet presAssocID="{F84D14C4-23F0-4B0B-9CAA-F5029A697F02}" presName="root" presStyleCnt="0">
        <dgm:presLayoutVars>
          <dgm:dir/>
          <dgm:resizeHandles val="exact"/>
        </dgm:presLayoutVars>
      </dgm:prSet>
      <dgm:spPr/>
    </dgm:pt>
    <dgm:pt modelId="{0FD2A19D-2B24-4A37-BABA-98F0AD9C6F2E}" type="pres">
      <dgm:prSet presAssocID="{84DC0E6A-B31A-4301-B169-18731CC73D8E}" presName="compNode" presStyleCnt="0"/>
      <dgm:spPr/>
    </dgm:pt>
    <dgm:pt modelId="{8F61E185-EE58-429F-B45D-0CEC019B0D69}" type="pres">
      <dgm:prSet presAssocID="{84DC0E6A-B31A-4301-B169-18731CC73D8E}" presName="bgRect" presStyleLbl="bgShp" presStyleIdx="0" presStyleCnt="6"/>
      <dgm:spPr/>
    </dgm:pt>
    <dgm:pt modelId="{2F03D94E-3C67-450E-83EF-177C5E97B0BC}" type="pres">
      <dgm:prSet presAssocID="{84DC0E6A-B31A-4301-B169-18731CC73D8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26AB017D-4351-4A9E-9873-E9921678D4FA}" type="pres">
      <dgm:prSet presAssocID="{84DC0E6A-B31A-4301-B169-18731CC73D8E}" presName="spaceRect" presStyleCnt="0"/>
      <dgm:spPr/>
    </dgm:pt>
    <dgm:pt modelId="{93C17134-3D17-4B78-9158-64E2EE984040}" type="pres">
      <dgm:prSet presAssocID="{84DC0E6A-B31A-4301-B169-18731CC73D8E}" presName="parTx" presStyleLbl="revTx" presStyleIdx="0" presStyleCnt="6">
        <dgm:presLayoutVars>
          <dgm:chMax val="0"/>
          <dgm:chPref val="0"/>
        </dgm:presLayoutVars>
      </dgm:prSet>
      <dgm:spPr/>
    </dgm:pt>
    <dgm:pt modelId="{6A4AA70D-6260-4C10-ACB1-E28E54343433}" type="pres">
      <dgm:prSet presAssocID="{66A1C32B-DBCB-44D0-AF3F-D163075583C1}" presName="sibTrans" presStyleCnt="0"/>
      <dgm:spPr/>
    </dgm:pt>
    <dgm:pt modelId="{57B91E95-E1CA-4CD7-BE1A-447F9FF250E7}" type="pres">
      <dgm:prSet presAssocID="{38DB233A-60FA-457A-8539-AC0A6CD57F47}" presName="compNode" presStyleCnt="0"/>
      <dgm:spPr/>
    </dgm:pt>
    <dgm:pt modelId="{E126368E-95F6-416D-9DCB-BC3AAF929595}" type="pres">
      <dgm:prSet presAssocID="{38DB233A-60FA-457A-8539-AC0A6CD57F47}" presName="bgRect" presStyleLbl="bgShp" presStyleIdx="1" presStyleCnt="6"/>
      <dgm:spPr/>
    </dgm:pt>
    <dgm:pt modelId="{613E7664-E428-4B7E-875D-9FED57AE699D}" type="pres">
      <dgm:prSet presAssocID="{38DB233A-60FA-457A-8539-AC0A6CD57F4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B2D36581-69BB-4587-BFE6-3D5D263BDFB1}" type="pres">
      <dgm:prSet presAssocID="{38DB233A-60FA-457A-8539-AC0A6CD57F47}" presName="spaceRect" presStyleCnt="0"/>
      <dgm:spPr/>
    </dgm:pt>
    <dgm:pt modelId="{B5E0571E-4440-403F-BA14-CA3E8D718E21}" type="pres">
      <dgm:prSet presAssocID="{38DB233A-60FA-457A-8539-AC0A6CD57F47}" presName="parTx" presStyleLbl="revTx" presStyleIdx="1" presStyleCnt="6">
        <dgm:presLayoutVars>
          <dgm:chMax val="0"/>
          <dgm:chPref val="0"/>
        </dgm:presLayoutVars>
      </dgm:prSet>
      <dgm:spPr/>
    </dgm:pt>
    <dgm:pt modelId="{42AEE226-878B-424A-93D4-7E5D9F5532C0}" type="pres">
      <dgm:prSet presAssocID="{DB43700C-ED77-4E03-8A9D-57D6F9CE8ACD}" presName="sibTrans" presStyleCnt="0"/>
      <dgm:spPr/>
    </dgm:pt>
    <dgm:pt modelId="{626E5135-0809-422E-B76F-C0C38EC47A5F}" type="pres">
      <dgm:prSet presAssocID="{E21E40B9-90EF-4563-A8FC-3DC0F3E192A2}" presName="compNode" presStyleCnt="0"/>
      <dgm:spPr/>
    </dgm:pt>
    <dgm:pt modelId="{0AF2C7B8-1F4E-44ED-9F51-EB0E11AFC5F2}" type="pres">
      <dgm:prSet presAssocID="{E21E40B9-90EF-4563-A8FC-3DC0F3E192A2}" presName="bgRect" presStyleLbl="bgShp" presStyleIdx="2" presStyleCnt="6"/>
      <dgm:spPr/>
    </dgm:pt>
    <dgm:pt modelId="{69D35131-5836-43DA-9B9A-5211E4A83BED}" type="pres">
      <dgm:prSet presAssocID="{E21E40B9-90EF-4563-A8FC-3DC0F3E192A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3EA1774-81E3-44E8-A270-E05D17EE2099}" type="pres">
      <dgm:prSet presAssocID="{E21E40B9-90EF-4563-A8FC-3DC0F3E192A2}" presName="spaceRect" presStyleCnt="0"/>
      <dgm:spPr/>
    </dgm:pt>
    <dgm:pt modelId="{D7D48CF4-34A2-4BFF-9971-189BF0368A00}" type="pres">
      <dgm:prSet presAssocID="{E21E40B9-90EF-4563-A8FC-3DC0F3E192A2}" presName="parTx" presStyleLbl="revTx" presStyleIdx="2" presStyleCnt="6">
        <dgm:presLayoutVars>
          <dgm:chMax val="0"/>
          <dgm:chPref val="0"/>
        </dgm:presLayoutVars>
      </dgm:prSet>
      <dgm:spPr/>
    </dgm:pt>
    <dgm:pt modelId="{E37CA1C3-9279-4D80-9ACB-B9F1562073F6}" type="pres">
      <dgm:prSet presAssocID="{81778CDB-48AF-45FF-8C35-759294AB89EC}" presName="sibTrans" presStyleCnt="0"/>
      <dgm:spPr/>
    </dgm:pt>
    <dgm:pt modelId="{125D0D00-3E9F-4044-A4A6-0F98EDED69C2}" type="pres">
      <dgm:prSet presAssocID="{4BD25A8A-DB0E-4148-8139-6C0CB2A2E609}" presName="compNode" presStyleCnt="0"/>
      <dgm:spPr/>
    </dgm:pt>
    <dgm:pt modelId="{A5C59496-D07C-4237-98C1-C228B2C5B634}" type="pres">
      <dgm:prSet presAssocID="{4BD25A8A-DB0E-4148-8139-6C0CB2A2E609}" presName="bgRect" presStyleLbl="bgShp" presStyleIdx="3" presStyleCnt="6"/>
      <dgm:spPr/>
    </dgm:pt>
    <dgm:pt modelId="{0FA185C7-47C5-4173-998D-3E6A18745E1F}" type="pres">
      <dgm:prSet presAssocID="{4BD25A8A-DB0E-4148-8139-6C0CB2A2E60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54FBF883-50BB-4B2C-8C65-A2F2A17EDF3F}" type="pres">
      <dgm:prSet presAssocID="{4BD25A8A-DB0E-4148-8139-6C0CB2A2E609}" presName="spaceRect" presStyleCnt="0"/>
      <dgm:spPr/>
    </dgm:pt>
    <dgm:pt modelId="{BBBEB34D-6D37-4B5A-ACA7-1D9CFB2668BD}" type="pres">
      <dgm:prSet presAssocID="{4BD25A8A-DB0E-4148-8139-6C0CB2A2E609}" presName="parTx" presStyleLbl="revTx" presStyleIdx="3" presStyleCnt="6">
        <dgm:presLayoutVars>
          <dgm:chMax val="0"/>
          <dgm:chPref val="0"/>
        </dgm:presLayoutVars>
      </dgm:prSet>
      <dgm:spPr/>
    </dgm:pt>
    <dgm:pt modelId="{7449A2D1-A0E7-49BB-9323-97411F5F088A}" type="pres">
      <dgm:prSet presAssocID="{54139F14-5E44-45E9-8DD9-ACDF5CD8736E}" presName="sibTrans" presStyleCnt="0"/>
      <dgm:spPr/>
    </dgm:pt>
    <dgm:pt modelId="{7BCD5FC1-3EE7-4563-AB76-0A7C0158B271}" type="pres">
      <dgm:prSet presAssocID="{775CEAA6-46D7-407F-B484-EC06DE087EF5}" presName="compNode" presStyleCnt="0"/>
      <dgm:spPr/>
    </dgm:pt>
    <dgm:pt modelId="{FE6B36D6-4574-4A47-BA10-E78DFEE47EC9}" type="pres">
      <dgm:prSet presAssocID="{775CEAA6-46D7-407F-B484-EC06DE087EF5}" presName="bgRect" presStyleLbl="bgShp" presStyleIdx="4" presStyleCnt="6"/>
      <dgm:spPr/>
    </dgm:pt>
    <dgm:pt modelId="{AB619A9E-9C31-433D-9E0F-18A22178A8E0}" type="pres">
      <dgm:prSet presAssocID="{775CEAA6-46D7-407F-B484-EC06DE087EF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5B3B17-3374-46C4-9883-F8743B31D0FF}" type="pres">
      <dgm:prSet presAssocID="{775CEAA6-46D7-407F-B484-EC06DE087EF5}" presName="spaceRect" presStyleCnt="0"/>
      <dgm:spPr/>
    </dgm:pt>
    <dgm:pt modelId="{3B57E6E6-F45A-401D-89C9-2ECA586519DC}" type="pres">
      <dgm:prSet presAssocID="{775CEAA6-46D7-407F-B484-EC06DE087EF5}" presName="parTx" presStyleLbl="revTx" presStyleIdx="4" presStyleCnt="6">
        <dgm:presLayoutVars>
          <dgm:chMax val="0"/>
          <dgm:chPref val="0"/>
        </dgm:presLayoutVars>
      </dgm:prSet>
      <dgm:spPr/>
    </dgm:pt>
    <dgm:pt modelId="{C7A4FA28-E768-4C6F-99D7-D5507F8C7DE0}" type="pres">
      <dgm:prSet presAssocID="{A6719ECB-5D64-45EF-BCF5-3B7D74B4DAF3}" presName="sibTrans" presStyleCnt="0"/>
      <dgm:spPr/>
    </dgm:pt>
    <dgm:pt modelId="{2CF7BA2E-91E3-4AE5-BCA7-1754876297F5}" type="pres">
      <dgm:prSet presAssocID="{4A285F5F-B28B-4A66-8DB8-23CA7B90879B}" presName="compNode" presStyleCnt="0"/>
      <dgm:spPr/>
    </dgm:pt>
    <dgm:pt modelId="{A144E1C3-C975-4B4E-A6BF-D576E4B905B1}" type="pres">
      <dgm:prSet presAssocID="{4A285F5F-B28B-4A66-8DB8-23CA7B90879B}" presName="bgRect" presStyleLbl="bgShp" presStyleIdx="5" presStyleCnt="6"/>
      <dgm:spPr/>
    </dgm:pt>
    <dgm:pt modelId="{A0A7E79F-E71C-4849-BF8A-7C71986950B1}" type="pres">
      <dgm:prSet presAssocID="{4A285F5F-B28B-4A66-8DB8-23CA7B90879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EF9C16F-C4A4-413D-8091-E93F32876440}" type="pres">
      <dgm:prSet presAssocID="{4A285F5F-B28B-4A66-8DB8-23CA7B90879B}" presName="spaceRect" presStyleCnt="0"/>
      <dgm:spPr/>
    </dgm:pt>
    <dgm:pt modelId="{97E8D11D-AE5A-4B62-B208-149057831593}" type="pres">
      <dgm:prSet presAssocID="{4A285F5F-B28B-4A66-8DB8-23CA7B90879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0D83E28-8EBC-4095-8993-2CFEA3993B04}" type="presOf" srcId="{4A285F5F-B28B-4A66-8DB8-23CA7B90879B}" destId="{97E8D11D-AE5A-4B62-B208-149057831593}" srcOrd="0" destOrd="0" presId="urn:microsoft.com/office/officeart/2018/2/layout/IconVerticalSolidList"/>
    <dgm:cxn modelId="{3757B23D-035B-4763-BA57-A1CAF924CAB3}" type="presOf" srcId="{F84D14C4-23F0-4B0B-9CAA-F5029A697F02}" destId="{A3640175-14FF-4189-9588-1461F4274B50}" srcOrd="0" destOrd="0" presId="urn:microsoft.com/office/officeart/2018/2/layout/IconVerticalSolidList"/>
    <dgm:cxn modelId="{39229A4B-26D7-4E02-A559-C1633F927950}" type="presOf" srcId="{775CEAA6-46D7-407F-B484-EC06DE087EF5}" destId="{3B57E6E6-F45A-401D-89C9-2ECA586519DC}" srcOrd="0" destOrd="0" presId="urn:microsoft.com/office/officeart/2018/2/layout/IconVerticalSolidList"/>
    <dgm:cxn modelId="{21F8294E-12F6-42AD-BC8B-94107159AE8D}" type="presOf" srcId="{E21E40B9-90EF-4563-A8FC-3DC0F3E192A2}" destId="{D7D48CF4-34A2-4BFF-9971-189BF0368A00}" srcOrd="0" destOrd="0" presId="urn:microsoft.com/office/officeart/2018/2/layout/IconVerticalSolidList"/>
    <dgm:cxn modelId="{08E3F759-E887-4931-937E-1518CFBF2FFA}" type="presOf" srcId="{38DB233A-60FA-457A-8539-AC0A6CD57F47}" destId="{B5E0571E-4440-403F-BA14-CA3E8D718E21}" srcOrd="0" destOrd="0" presId="urn:microsoft.com/office/officeart/2018/2/layout/IconVerticalSolidList"/>
    <dgm:cxn modelId="{699190A6-78D2-4BF4-9D83-C78FFF4F8474}" srcId="{F84D14C4-23F0-4B0B-9CAA-F5029A697F02}" destId="{4A285F5F-B28B-4A66-8DB8-23CA7B90879B}" srcOrd="5" destOrd="0" parTransId="{F96E2B1B-DD33-4871-AE96-6B2CFA7504CA}" sibTransId="{6FD2EE7C-F0A9-451D-8AE3-78CB923A2B97}"/>
    <dgm:cxn modelId="{1758EDA6-0E72-46B5-9B72-1F2398400620}" srcId="{F84D14C4-23F0-4B0B-9CAA-F5029A697F02}" destId="{E21E40B9-90EF-4563-A8FC-3DC0F3E192A2}" srcOrd="2" destOrd="0" parTransId="{53EC22CB-2D14-46DE-934A-A353861C0DCE}" sibTransId="{81778CDB-48AF-45FF-8C35-759294AB89EC}"/>
    <dgm:cxn modelId="{86326CB1-381B-4760-8EE9-C0BE32A16824}" srcId="{F84D14C4-23F0-4B0B-9CAA-F5029A697F02}" destId="{775CEAA6-46D7-407F-B484-EC06DE087EF5}" srcOrd="4" destOrd="0" parTransId="{DB59B9DC-CCBA-4EA8-AFDD-BB90FEABC768}" sibTransId="{A6719ECB-5D64-45EF-BCF5-3B7D74B4DAF3}"/>
    <dgm:cxn modelId="{179E83B9-5687-49B1-BE3D-F9610C510FA1}" srcId="{F84D14C4-23F0-4B0B-9CAA-F5029A697F02}" destId="{4BD25A8A-DB0E-4148-8139-6C0CB2A2E609}" srcOrd="3" destOrd="0" parTransId="{8064BFEC-4795-4748-A522-C688CC9368DA}" sibTransId="{54139F14-5E44-45E9-8DD9-ACDF5CD8736E}"/>
    <dgm:cxn modelId="{A9E7A3CA-DCD5-474F-A135-E823034F3FAF}" srcId="{F84D14C4-23F0-4B0B-9CAA-F5029A697F02}" destId="{38DB233A-60FA-457A-8539-AC0A6CD57F47}" srcOrd="1" destOrd="0" parTransId="{22CC05CA-264E-440A-B30B-93FB04D05BAA}" sibTransId="{DB43700C-ED77-4E03-8A9D-57D6F9CE8ACD}"/>
    <dgm:cxn modelId="{557E8ACB-0671-4DD5-BC4D-508C464C7999}" srcId="{F84D14C4-23F0-4B0B-9CAA-F5029A697F02}" destId="{84DC0E6A-B31A-4301-B169-18731CC73D8E}" srcOrd="0" destOrd="0" parTransId="{1BFF5181-317A-4EF9-AA21-AC9CA3F3DE56}" sibTransId="{66A1C32B-DBCB-44D0-AF3F-D163075583C1}"/>
    <dgm:cxn modelId="{FCBF02CC-33F9-4460-AA93-6A58B785E0F7}" type="presOf" srcId="{4BD25A8A-DB0E-4148-8139-6C0CB2A2E609}" destId="{BBBEB34D-6D37-4B5A-ACA7-1D9CFB2668BD}" srcOrd="0" destOrd="0" presId="urn:microsoft.com/office/officeart/2018/2/layout/IconVerticalSolidList"/>
    <dgm:cxn modelId="{442E96D7-FF9E-4B83-9F93-D09A2F277E52}" type="presOf" srcId="{84DC0E6A-B31A-4301-B169-18731CC73D8E}" destId="{93C17134-3D17-4B78-9158-64E2EE984040}" srcOrd="0" destOrd="0" presId="urn:microsoft.com/office/officeart/2018/2/layout/IconVerticalSolidList"/>
    <dgm:cxn modelId="{003B14A6-731D-4711-95AE-47662E137DD1}" type="presParOf" srcId="{A3640175-14FF-4189-9588-1461F4274B50}" destId="{0FD2A19D-2B24-4A37-BABA-98F0AD9C6F2E}" srcOrd="0" destOrd="0" presId="urn:microsoft.com/office/officeart/2018/2/layout/IconVerticalSolidList"/>
    <dgm:cxn modelId="{BEA4599B-121C-48E2-9548-5FFC32FB9B3E}" type="presParOf" srcId="{0FD2A19D-2B24-4A37-BABA-98F0AD9C6F2E}" destId="{8F61E185-EE58-429F-B45D-0CEC019B0D69}" srcOrd="0" destOrd="0" presId="urn:microsoft.com/office/officeart/2018/2/layout/IconVerticalSolidList"/>
    <dgm:cxn modelId="{5F9414F1-1A2D-43F4-99E7-84FC3B54B445}" type="presParOf" srcId="{0FD2A19D-2B24-4A37-BABA-98F0AD9C6F2E}" destId="{2F03D94E-3C67-450E-83EF-177C5E97B0BC}" srcOrd="1" destOrd="0" presId="urn:microsoft.com/office/officeart/2018/2/layout/IconVerticalSolidList"/>
    <dgm:cxn modelId="{31AE10AB-F998-4C2F-B9E7-6FC52BD5238E}" type="presParOf" srcId="{0FD2A19D-2B24-4A37-BABA-98F0AD9C6F2E}" destId="{26AB017D-4351-4A9E-9873-E9921678D4FA}" srcOrd="2" destOrd="0" presId="urn:microsoft.com/office/officeart/2018/2/layout/IconVerticalSolidList"/>
    <dgm:cxn modelId="{1BAC4410-8337-4DEF-9F29-1ED16E40A954}" type="presParOf" srcId="{0FD2A19D-2B24-4A37-BABA-98F0AD9C6F2E}" destId="{93C17134-3D17-4B78-9158-64E2EE984040}" srcOrd="3" destOrd="0" presId="urn:microsoft.com/office/officeart/2018/2/layout/IconVerticalSolidList"/>
    <dgm:cxn modelId="{037AA83C-C7F1-496C-813A-A1DEBE8A2C91}" type="presParOf" srcId="{A3640175-14FF-4189-9588-1461F4274B50}" destId="{6A4AA70D-6260-4C10-ACB1-E28E54343433}" srcOrd="1" destOrd="0" presId="urn:microsoft.com/office/officeart/2018/2/layout/IconVerticalSolidList"/>
    <dgm:cxn modelId="{676FDFA2-C21B-4F6A-A71C-651920B380E7}" type="presParOf" srcId="{A3640175-14FF-4189-9588-1461F4274B50}" destId="{57B91E95-E1CA-4CD7-BE1A-447F9FF250E7}" srcOrd="2" destOrd="0" presId="urn:microsoft.com/office/officeart/2018/2/layout/IconVerticalSolidList"/>
    <dgm:cxn modelId="{779437B0-D2C9-4945-8E9E-C6799376DF5E}" type="presParOf" srcId="{57B91E95-E1CA-4CD7-BE1A-447F9FF250E7}" destId="{E126368E-95F6-416D-9DCB-BC3AAF929595}" srcOrd="0" destOrd="0" presId="urn:microsoft.com/office/officeart/2018/2/layout/IconVerticalSolidList"/>
    <dgm:cxn modelId="{0CFA12E2-E44A-4C5F-BA29-21FF9992E98E}" type="presParOf" srcId="{57B91E95-E1CA-4CD7-BE1A-447F9FF250E7}" destId="{613E7664-E428-4B7E-875D-9FED57AE699D}" srcOrd="1" destOrd="0" presId="urn:microsoft.com/office/officeart/2018/2/layout/IconVerticalSolidList"/>
    <dgm:cxn modelId="{6448850A-64B9-469C-8A08-53EEBF6DC9E4}" type="presParOf" srcId="{57B91E95-E1CA-4CD7-BE1A-447F9FF250E7}" destId="{B2D36581-69BB-4587-BFE6-3D5D263BDFB1}" srcOrd="2" destOrd="0" presId="urn:microsoft.com/office/officeart/2018/2/layout/IconVerticalSolidList"/>
    <dgm:cxn modelId="{32F34931-1B59-41E9-933A-D60DAC095A36}" type="presParOf" srcId="{57B91E95-E1CA-4CD7-BE1A-447F9FF250E7}" destId="{B5E0571E-4440-403F-BA14-CA3E8D718E21}" srcOrd="3" destOrd="0" presId="urn:microsoft.com/office/officeart/2018/2/layout/IconVerticalSolidList"/>
    <dgm:cxn modelId="{A810D58A-FA11-41AD-8DD6-2AC1145B5BC1}" type="presParOf" srcId="{A3640175-14FF-4189-9588-1461F4274B50}" destId="{42AEE226-878B-424A-93D4-7E5D9F5532C0}" srcOrd="3" destOrd="0" presId="urn:microsoft.com/office/officeart/2018/2/layout/IconVerticalSolidList"/>
    <dgm:cxn modelId="{F7B1E421-9154-450D-BAA8-BE62FCCBBBA0}" type="presParOf" srcId="{A3640175-14FF-4189-9588-1461F4274B50}" destId="{626E5135-0809-422E-B76F-C0C38EC47A5F}" srcOrd="4" destOrd="0" presId="urn:microsoft.com/office/officeart/2018/2/layout/IconVerticalSolidList"/>
    <dgm:cxn modelId="{2A969553-A58C-4275-8922-82561C8A11CA}" type="presParOf" srcId="{626E5135-0809-422E-B76F-C0C38EC47A5F}" destId="{0AF2C7B8-1F4E-44ED-9F51-EB0E11AFC5F2}" srcOrd="0" destOrd="0" presId="urn:microsoft.com/office/officeart/2018/2/layout/IconVerticalSolidList"/>
    <dgm:cxn modelId="{C814D4E8-F4BC-453C-9335-3CC1D14A64E2}" type="presParOf" srcId="{626E5135-0809-422E-B76F-C0C38EC47A5F}" destId="{69D35131-5836-43DA-9B9A-5211E4A83BED}" srcOrd="1" destOrd="0" presId="urn:microsoft.com/office/officeart/2018/2/layout/IconVerticalSolidList"/>
    <dgm:cxn modelId="{5D6A850F-8E12-4D6E-9390-11CCF47C0BE3}" type="presParOf" srcId="{626E5135-0809-422E-B76F-C0C38EC47A5F}" destId="{33EA1774-81E3-44E8-A270-E05D17EE2099}" srcOrd="2" destOrd="0" presId="urn:microsoft.com/office/officeart/2018/2/layout/IconVerticalSolidList"/>
    <dgm:cxn modelId="{976CAC30-61C0-4082-B5F9-7623A4CDD3A4}" type="presParOf" srcId="{626E5135-0809-422E-B76F-C0C38EC47A5F}" destId="{D7D48CF4-34A2-4BFF-9971-189BF0368A00}" srcOrd="3" destOrd="0" presId="urn:microsoft.com/office/officeart/2018/2/layout/IconVerticalSolidList"/>
    <dgm:cxn modelId="{1CCAFE08-044E-48FF-8C04-A719CB0875CE}" type="presParOf" srcId="{A3640175-14FF-4189-9588-1461F4274B50}" destId="{E37CA1C3-9279-4D80-9ACB-B9F1562073F6}" srcOrd="5" destOrd="0" presId="urn:microsoft.com/office/officeart/2018/2/layout/IconVerticalSolidList"/>
    <dgm:cxn modelId="{9C1985A0-A312-4701-A2C2-7FF884C469D9}" type="presParOf" srcId="{A3640175-14FF-4189-9588-1461F4274B50}" destId="{125D0D00-3E9F-4044-A4A6-0F98EDED69C2}" srcOrd="6" destOrd="0" presId="urn:microsoft.com/office/officeart/2018/2/layout/IconVerticalSolidList"/>
    <dgm:cxn modelId="{30C1992F-7E06-4C07-8CC4-336C4C72217C}" type="presParOf" srcId="{125D0D00-3E9F-4044-A4A6-0F98EDED69C2}" destId="{A5C59496-D07C-4237-98C1-C228B2C5B634}" srcOrd="0" destOrd="0" presId="urn:microsoft.com/office/officeart/2018/2/layout/IconVerticalSolidList"/>
    <dgm:cxn modelId="{7020518E-6570-4053-BDE1-B60FB0EE7078}" type="presParOf" srcId="{125D0D00-3E9F-4044-A4A6-0F98EDED69C2}" destId="{0FA185C7-47C5-4173-998D-3E6A18745E1F}" srcOrd="1" destOrd="0" presId="urn:microsoft.com/office/officeart/2018/2/layout/IconVerticalSolidList"/>
    <dgm:cxn modelId="{8F9C0E7A-352B-48EB-B2E1-B742757D7535}" type="presParOf" srcId="{125D0D00-3E9F-4044-A4A6-0F98EDED69C2}" destId="{54FBF883-50BB-4B2C-8C65-A2F2A17EDF3F}" srcOrd="2" destOrd="0" presId="urn:microsoft.com/office/officeart/2018/2/layout/IconVerticalSolidList"/>
    <dgm:cxn modelId="{739E3482-CCF9-4038-B0D1-C6977E614577}" type="presParOf" srcId="{125D0D00-3E9F-4044-A4A6-0F98EDED69C2}" destId="{BBBEB34D-6D37-4B5A-ACA7-1D9CFB2668BD}" srcOrd="3" destOrd="0" presId="urn:microsoft.com/office/officeart/2018/2/layout/IconVerticalSolidList"/>
    <dgm:cxn modelId="{5E68BAFB-9C72-4493-89A7-08E3652E18A6}" type="presParOf" srcId="{A3640175-14FF-4189-9588-1461F4274B50}" destId="{7449A2D1-A0E7-49BB-9323-97411F5F088A}" srcOrd="7" destOrd="0" presId="urn:microsoft.com/office/officeart/2018/2/layout/IconVerticalSolidList"/>
    <dgm:cxn modelId="{A2624890-6EBB-439E-8D86-E08C7204517F}" type="presParOf" srcId="{A3640175-14FF-4189-9588-1461F4274B50}" destId="{7BCD5FC1-3EE7-4563-AB76-0A7C0158B271}" srcOrd="8" destOrd="0" presId="urn:microsoft.com/office/officeart/2018/2/layout/IconVerticalSolidList"/>
    <dgm:cxn modelId="{01F3B866-2669-410F-AA17-470A776E9E22}" type="presParOf" srcId="{7BCD5FC1-3EE7-4563-AB76-0A7C0158B271}" destId="{FE6B36D6-4574-4A47-BA10-E78DFEE47EC9}" srcOrd="0" destOrd="0" presId="urn:microsoft.com/office/officeart/2018/2/layout/IconVerticalSolidList"/>
    <dgm:cxn modelId="{3309CE52-3800-4127-847B-B2047E7524C3}" type="presParOf" srcId="{7BCD5FC1-3EE7-4563-AB76-0A7C0158B271}" destId="{AB619A9E-9C31-433D-9E0F-18A22178A8E0}" srcOrd="1" destOrd="0" presId="urn:microsoft.com/office/officeart/2018/2/layout/IconVerticalSolidList"/>
    <dgm:cxn modelId="{AB5C3D39-9AF4-4106-B318-AF83A2589A6B}" type="presParOf" srcId="{7BCD5FC1-3EE7-4563-AB76-0A7C0158B271}" destId="{265B3B17-3374-46C4-9883-F8743B31D0FF}" srcOrd="2" destOrd="0" presId="urn:microsoft.com/office/officeart/2018/2/layout/IconVerticalSolidList"/>
    <dgm:cxn modelId="{F2E787AE-257C-4883-99A7-2B4A32A82BDB}" type="presParOf" srcId="{7BCD5FC1-3EE7-4563-AB76-0A7C0158B271}" destId="{3B57E6E6-F45A-401D-89C9-2ECA586519DC}" srcOrd="3" destOrd="0" presId="urn:microsoft.com/office/officeart/2018/2/layout/IconVerticalSolidList"/>
    <dgm:cxn modelId="{649A0F71-59B7-42F1-86CD-A1F24072B608}" type="presParOf" srcId="{A3640175-14FF-4189-9588-1461F4274B50}" destId="{C7A4FA28-E768-4C6F-99D7-D5507F8C7DE0}" srcOrd="9" destOrd="0" presId="urn:microsoft.com/office/officeart/2018/2/layout/IconVerticalSolidList"/>
    <dgm:cxn modelId="{CCFFB7B0-0ACC-4C15-9E1B-6BAF8CB5727F}" type="presParOf" srcId="{A3640175-14FF-4189-9588-1461F4274B50}" destId="{2CF7BA2E-91E3-4AE5-BCA7-1754876297F5}" srcOrd="10" destOrd="0" presId="urn:microsoft.com/office/officeart/2018/2/layout/IconVerticalSolidList"/>
    <dgm:cxn modelId="{13180F38-313D-4718-9586-A8BED4ACF734}" type="presParOf" srcId="{2CF7BA2E-91E3-4AE5-BCA7-1754876297F5}" destId="{A144E1C3-C975-4B4E-A6BF-D576E4B905B1}" srcOrd="0" destOrd="0" presId="urn:microsoft.com/office/officeart/2018/2/layout/IconVerticalSolidList"/>
    <dgm:cxn modelId="{0B802739-7E49-4E7F-BEEA-79B5407AE8CF}" type="presParOf" srcId="{2CF7BA2E-91E3-4AE5-BCA7-1754876297F5}" destId="{A0A7E79F-E71C-4849-BF8A-7C71986950B1}" srcOrd="1" destOrd="0" presId="urn:microsoft.com/office/officeart/2018/2/layout/IconVerticalSolidList"/>
    <dgm:cxn modelId="{563A2097-F8F5-4DB1-B584-6638A4C4A59F}" type="presParOf" srcId="{2CF7BA2E-91E3-4AE5-BCA7-1754876297F5}" destId="{8EF9C16F-C4A4-413D-8091-E93F32876440}" srcOrd="2" destOrd="0" presId="urn:microsoft.com/office/officeart/2018/2/layout/IconVerticalSolidList"/>
    <dgm:cxn modelId="{6FBEB6B0-E9D8-41AD-AA0D-645FA13EF921}" type="presParOf" srcId="{2CF7BA2E-91E3-4AE5-BCA7-1754876297F5}" destId="{97E8D11D-AE5A-4B62-B208-1490578315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9E0EEF-B7BF-4A53-B6E3-87BF3B0C22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A92BBE-F39C-42B0-98F8-349C6EDF7115}">
      <dgm:prSet/>
      <dgm:spPr/>
      <dgm:t>
        <a:bodyPr/>
        <a:lstStyle/>
        <a:p>
          <a:r>
            <a:rPr lang="en-US"/>
            <a:t>Industry Demand: 174 (70%) rate as High importance</a:t>
          </a:r>
        </a:p>
      </dgm:t>
    </dgm:pt>
    <dgm:pt modelId="{92D30D5A-AA2D-4DAF-B516-73C73AC1621A}" type="parTrans" cxnId="{53225F7B-C7BB-4A2F-831C-3E4D61E16E97}">
      <dgm:prSet/>
      <dgm:spPr/>
      <dgm:t>
        <a:bodyPr/>
        <a:lstStyle/>
        <a:p>
          <a:endParaRPr lang="en-US"/>
        </a:p>
      </dgm:t>
    </dgm:pt>
    <dgm:pt modelId="{D8A79868-E1AE-424F-A6A2-CC01EB1164BE}" type="sibTrans" cxnId="{53225F7B-C7BB-4A2F-831C-3E4D61E16E97}">
      <dgm:prSet/>
      <dgm:spPr/>
      <dgm:t>
        <a:bodyPr/>
        <a:lstStyle/>
        <a:p>
          <a:endParaRPr lang="en-US"/>
        </a:p>
      </dgm:t>
    </dgm:pt>
    <dgm:pt modelId="{FCAC6CF8-930F-4DB5-8A60-88F75433A850}">
      <dgm:prSet/>
      <dgm:spPr/>
      <dgm:t>
        <a:bodyPr/>
        <a:lstStyle/>
        <a:p>
          <a:r>
            <a:rPr lang="en-US"/>
            <a:t>Salary: 149 (60%) rate as High importance</a:t>
          </a:r>
        </a:p>
      </dgm:t>
    </dgm:pt>
    <dgm:pt modelId="{7D22FA03-50B9-46C4-969F-6662560C6D5F}" type="parTrans" cxnId="{51992265-0E91-47BB-8BEB-CD20CC054829}">
      <dgm:prSet/>
      <dgm:spPr/>
      <dgm:t>
        <a:bodyPr/>
        <a:lstStyle/>
        <a:p>
          <a:endParaRPr lang="en-US"/>
        </a:p>
      </dgm:t>
    </dgm:pt>
    <dgm:pt modelId="{45262DF9-DD20-4C3E-B5F9-5590447D0ECA}" type="sibTrans" cxnId="{51992265-0E91-47BB-8BEB-CD20CC054829}">
      <dgm:prSet/>
      <dgm:spPr/>
      <dgm:t>
        <a:bodyPr/>
        <a:lstStyle/>
        <a:p>
          <a:endParaRPr lang="en-US"/>
        </a:p>
      </dgm:t>
    </dgm:pt>
    <dgm:pt modelId="{A43658D0-47F7-4B0E-8BB6-ABE4412267E7}">
      <dgm:prSet/>
      <dgm:spPr/>
      <dgm:t>
        <a:bodyPr/>
        <a:lstStyle/>
        <a:p>
          <a:r>
            <a:rPr lang="en-US"/>
            <a:t>Students demonstrate market awareness</a:t>
          </a:r>
        </a:p>
      </dgm:t>
    </dgm:pt>
    <dgm:pt modelId="{FD8750F3-7EE0-478C-94D3-671D986A4686}" type="parTrans" cxnId="{3A0E293B-8171-40AE-9362-5563A0E41E90}">
      <dgm:prSet/>
      <dgm:spPr/>
      <dgm:t>
        <a:bodyPr/>
        <a:lstStyle/>
        <a:p>
          <a:endParaRPr lang="en-US"/>
        </a:p>
      </dgm:t>
    </dgm:pt>
    <dgm:pt modelId="{2419608C-10D4-4A7C-885B-2B712896D795}" type="sibTrans" cxnId="{3A0E293B-8171-40AE-9362-5563A0E41E90}">
      <dgm:prSet/>
      <dgm:spPr/>
      <dgm:t>
        <a:bodyPr/>
        <a:lstStyle/>
        <a:p>
          <a:endParaRPr lang="en-US"/>
        </a:p>
      </dgm:t>
    </dgm:pt>
    <dgm:pt modelId="{238EFA72-41FA-4224-9B6B-AAD141F19B55}">
      <dgm:prSet/>
      <dgm:spPr/>
      <dgm:t>
        <a:bodyPr/>
        <a:lstStyle/>
        <a:p>
          <a:r>
            <a:rPr lang="en-US"/>
            <a:t>41.6% prioritize both demand and salary</a:t>
          </a:r>
        </a:p>
      </dgm:t>
    </dgm:pt>
    <dgm:pt modelId="{0FF4FA94-B66C-48BF-8372-FBADCB4E0E5D}" type="parTrans" cxnId="{09DC58EE-39DE-4BA3-9239-9AD52F1E6ACF}">
      <dgm:prSet/>
      <dgm:spPr/>
      <dgm:t>
        <a:bodyPr/>
        <a:lstStyle/>
        <a:p>
          <a:endParaRPr lang="en-US"/>
        </a:p>
      </dgm:t>
    </dgm:pt>
    <dgm:pt modelId="{DB17FF45-C9BB-42BC-9655-A96270A9D2F6}" type="sibTrans" cxnId="{09DC58EE-39DE-4BA3-9239-9AD52F1E6ACF}">
      <dgm:prSet/>
      <dgm:spPr/>
      <dgm:t>
        <a:bodyPr/>
        <a:lstStyle/>
        <a:p>
          <a:endParaRPr lang="en-US"/>
        </a:p>
      </dgm:t>
    </dgm:pt>
    <dgm:pt modelId="{7624F661-D604-445C-B373-E778CA35BE98}" type="pres">
      <dgm:prSet presAssocID="{C39E0EEF-B7BF-4A53-B6E3-87BF3B0C2238}" presName="root" presStyleCnt="0">
        <dgm:presLayoutVars>
          <dgm:dir/>
          <dgm:resizeHandles val="exact"/>
        </dgm:presLayoutVars>
      </dgm:prSet>
      <dgm:spPr/>
    </dgm:pt>
    <dgm:pt modelId="{33980DC4-3EB9-4EE7-830C-DB3405C0F357}" type="pres">
      <dgm:prSet presAssocID="{CCA92BBE-F39C-42B0-98F8-349C6EDF7115}" presName="compNode" presStyleCnt="0"/>
      <dgm:spPr/>
    </dgm:pt>
    <dgm:pt modelId="{09AF1ACA-DA02-4B59-8B87-F87546194E2D}" type="pres">
      <dgm:prSet presAssocID="{CCA92BBE-F39C-42B0-98F8-349C6EDF7115}" presName="bgRect" presStyleLbl="bgShp" presStyleIdx="0" presStyleCnt="4"/>
      <dgm:spPr/>
    </dgm:pt>
    <dgm:pt modelId="{DED0ECF9-BCC0-4B59-99C2-87223DB06CA3}" type="pres">
      <dgm:prSet presAssocID="{CCA92BBE-F39C-42B0-98F8-349C6EDF711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ADA9105-CCAF-4D9C-B87B-EAA7014E9AE9}" type="pres">
      <dgm:prSet presAssocID="{CCA92BBE-F39C-42B0-98F8-349C6EDF7115}" presName="spaceRect" presStyleCnt="0"/>
      <dgm:spPr/>
    </dgm:pt>
    <dgm:pt modelId="{5F66FE1A-E600-4EB4-8878-C526ED495B10}" type="pres">
      <dgm:prSet presAssocID="{CCA92BBE-F39C-42B0-98F8-349C6EDF7115}" presName="parTx" presStyleLbl="revTx" presStyleIdx="0" presStyleCnt="4">
        <dgm:presLayoutVars>
          <dgm:chMax val="0"/>
          <dgm:chPref val="0"/>
        </dgm:presLayoutVars>
      </dgm:prSet>
      <dgm:spPr/>
    </dgm:pt>
    <dgm:pt modelId="{05954C76-3B88-42B4-8F14-AD75CA5194A7}" type="pres">
      <dgm:prSet presAssocID="{D8A79868-E1AE-424F-A6A2-CC01EB1164BE}" presName="sibTrans" presStyleCnt="0"/>
      <dgm:spPr/>
    </dgm:pt>
    <dgm:pt modelId="{3E8F85EC-93C7-4B60-9604-62BD418C72B5}" type="pres">
      <dgm:prSet presAssocID="{FCAC6CF8-930F-4DB5-8A60-88F75433A850}" presName="compNode" presStyleCnt="0"/>
      <dgm:spPr/>
    </dgm:pt>
    <dgm:pt modelId="{8487BC41-BBA0-4255-9C6F-B444007F4DA8}" type="pres">
      <dgm:prSet presAssocID="{FCAC6CF8-930F-4DB5-8A60-88F75433A850}" presName="bgRect" presStyleLbl="bgShp" presStyleIdx="1" presStyleCnt="4"/>
      <dgm:spPr/>
    </dgm:pt>
    <dgm:pt modelId="{C41A0BEA-A97F-4024-86E5-07A4D43DB525}" type="pres">
      <dgm:prSet presAssocID="{FCAC6CF8-930F-4DB5-8A60-88F75433A8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B093573-25BD-4AFD-8901-DF1CC4DBF59A}" type="pres">
      <dgm:prSet presAssocID="{FCAC6CF8-930F-4DB5-8A60-88F75433A850}" presName="spaceRect" presStyleCnt="0"/>
      <dgm:spPr/>
    </dgm:pt>
    <dgm:pt modelId="{937C3B99-8CD0-4A09-A32D-CBCE7198FF9C}" type="pres">
      <dgm:prSet presAssocID="{FCAC6CF8-930F-4DB5-8A60-88F75433A850}" presName="parTx" presStyleLbl="revTx" presStyleIdx="1" presStyleCnt="4">
        <dgm:presLayoutVars>
          <dgm:chMax val="0"/>
          <dgm:chPref val="0"/>
        </dgm:presLayoutVars>
      </dgm:prSet>
      <dgm:spPr/>
    </dgm:pt>
    <dgm:pt modelId="{23575A6B-8905-4A03-B086-D171EE8F7659}" type="pres">
      <dgm:prSet presAssocID="{45262DF9-DD20-4C3E-B5F9-5590447D0ECA}" presName="sibTrans" presStyleCnt="0"/>
      <dgm:spPr/>
    </dgm:pt>
    <dgm:pt modelId="{BAF40E79-C299-48E1-8E03-F5780AFF7982}" type="pres">
      <dgm:prSet presAssocID="{A43658D0-47F7-4B0E-8BB6-ABE4412267E7}" presName="compNode" presStyleCnt="0"/>
      <dgm:spPr/>
    </dgm:pt>
    <dgm:pt modelId="{EA6B7E69-B652-4D20-9804-D2D64E7E8F30}" type="pres">
      <dgm:prSet presAssocID="{A43658D0-47F7-4B0E-8BB6-ABE4412267E7}" presName="bgRect" presStyleLbl="bgShp" presStyleIdx="2" presStyleCnt="4"/>
      <dgm:spPr/>
    </dgm:pt>
    <dgm:pt modelId="{585CF827-CB3F-44D3-BA64-BF204E6765DC}" type="pres">
      <dgm:prSet presAssocID="{A43658D0-47F7-4B0E-8BB6-ABE4412267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E02ACF5-AE30-4181-BC70-B689479C5289}" type="pres">
      <dgm:prSet presAssocID="{A43658D0-47F7-4B0E-8BB6-ABE4412267E7}" presName="spaceRect" presStyleCnt="0"/>
      <dgm:spPr/>
    </dgm:pt>
    <dgm:pt modelId="{F575659C-4E5E-4025-9C55-E4448DD3D1DA}" type="pres">
      <dgm:prSet presAssocID="{A43658D0-47F7-4B0E-8BB6-ABE4412267E7}" presName="parTx" presStyleLbl="revTx" presStyleIdx="2" presStyleCnt="4">
        <dgm:presLayoutVars>
          <dgm:chMax val="0"/>
          <dgm:chPref val="0"/>
        </dgm:presLayoutVars>
      </dgm:prSet>
      <dgm:spPr/>
    </dgm:pt>
    <dgm:pt modelId="{B4266EAF-20F3-42B4-95CF-0E82BF08094A}" type="pres">
      <dgm:prSet presAssocID="{2419608C-10D4-4A7C-885B-2B712896D795}" presName="sibTrans" presStyleCnt="0"/>
      <dgm:spPr/>
    </dgm:pt>
    <dgm:pt modelId="{6A75E4B6-7AEB-4D3D-A7D5-95E50C4E6E0B}" type="pres">
      <dgm:prSet presAssocID="{238EFA72-41FA-4224-9B6B-AAD141F19B55}" presName="compNode" presStyleCnt="0"/>
      <dgm:spPr/>
    </dgm:pt>
    <dgm:pt modelId="{D0D5832D-6174-41B2-BE25-168BA63AFE33}" type="pres">
      <dgm:prSet presAssocID="{238EFA72-41FA-4224-9B6B-AAD141F19B55}" presName="bgRect" presStyleLbl="bgShp" presStyleIdx="3" presStyleCnt="4"/>
      <dgm:spPr/>
    </dgm:pt>
    <dgm:pt modelId="{688F9C7A-1B41-402E-8BE7-B6D3261FD1A8}" type="pres">
      <dgm:prSet presAssocID="{238EFA72-41FA-4224-9B6B-AAD141F19B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CA93E66-7F81-436F-9778-EA2780470E6B}" type="pres">
      <dgm:prSet presAssocID="{238EFA72-41FA-4224-9B6B-AAD141F19B55}" presName="spaceRect" presStyleCnt="0"/>
      <dgm:spPr/>
    </dgm:pt>
    <dgm:pt modelId="{030CF48B-9206-4E6D-985A-B718E4F9F89C}" type="pres">
      <dgm:prSet presAssocID="{238EFA72-41FA-4224-9B6B-AAD141F19B5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2994A2C-8B73-4894-BD4E-5E7274572869}" type="presOf" srcId="{FCAC6CF8-930F-4DB5-8A60-88F75433A850}" destId="{937C3B99-8CD0-4A09-A32D-CBCE7198FF9C}" srcOrd="0" destOrd="0" presId="urn:microsoft.com/office/officeart/2018/2/layout/IconVerticalSolidList"/>
    <dgm:cxn modelId="{3A0E293B-8171-40AE-9362-5563A0E41E90}" srcId="{C39E0EEF-B7BF-4A53-B6E3-87BF3B0C2238}" destId="{A43658D0-47F7-4B0E-8BB6-ABE4412267E7}" srcOrd="2" destOrd="0" parTransId="{FD8750F3-7EE0-478C-94D3-671D986A4686}" sibTransId="{2419608C-10D4-4A7C-885B-2B712896D795}"/>
    <dgm:cxn modelId="{51992265-0E91-47BB-8BEB-CD20CC054829}" srcId="{C39E0EEF-B7BF-4A53-B6E3-87BF3B0C2238}" destId="{FCAC6CF8-930F-4DB5-8A60-88F75433A850}" srcOrd="1" destOrd="0" parTransId="{7D22FA03-50B9-46C4-969F-6662560C6D5F}" sibTransId="{45262DF9-DD20-4C3E-B5F9-5590447D0ECA}"/>
    <dgm:cxn modelId="{53225F7B-C7BB-4A2F-831C-3E4D61E16E97}" srcId="{C39E0EEF-B7BF-4A53-B6E3-87BF3B0C2238}" destId="{CCA92BBE-F39C-42B0-98F8-349C6EDF7115}" srcOrd="0" destOrd="0" parTransId="{92D30D5A-AA2D-4DAF-B516-73C73AC1621A}" sibTransId="{D8A79868-E1AE-424F-A6A2-CC01EB1164BE}"/>
    <dgm:cxn modelId="{90C3F58B-970A-45BA-9829-85EAC3E71B7A}" type="presOf" srcId="{CCA92BBE-F39C-42B0-98F8-349C6EDF7115}" destId="{5F66FE1A-E600-4EB4-8878-C526ED495B10}" srcOrd="0" destOrd="0" presId="urn:microsoft.com/office/officeart/2018/2/layout/IconVerticalSolidList"/>
    <dgm:cxn modelId="{64D72AAF-BE68-429C-8564-CB235741B7A0}" type="presOf" srcId="{C39E0EEF-B7BF-4A53-B6E3-87BF3B0C2238}" destId="{7624F661-D604-445C-B373-E778CA35BE98}" srcOrd="0" destOrd="0" presId="urn:microsoft.com/office/officeart/2018/2/layout/IconVerticalSolidList"/>
    <dgm:cxn modelId="{817784BE-B1F5-491D-81C0-5A8EA1C23CCB}" type="presOf" srcId="{238EFA72-41FA-4224-9B6B-AAD141F19B55}" destId="{030CF48B-9206-4E6D-985A-B718E4F9F89C}" srcOrd="0" destOrd="0" presId="urn:microsoft.com/office/officeart/2018/2/layout/IconVerticalSolidList"/>
    <dgm:cxn modelId="{09DC58EE-39DE-4BA3-9239-9AD52F1E6ACF}" srcId="{C39E0EEF-B7BF-4A53-B6E3-87BF3B0C2238}" destId="{238EFA72-41FA-4224-9B6B-AAD141F19B55}" srcOrd="3" destOrd="0" parTransId="{0FF4FA94-B66C-48BF-8372-FBADCB4E0E5D}" sibTransId="{DB17FF45-C9BB-42BC-9655-A96270A9D2F6}"/>
    <dgm:cxn modelId="{A332E9FE-43F7-4FF1-A7F6-F39F87938832}" type="presOf" srcId="{A43658D0-47F7-4B0E-8BB6-ABE4412267E7}" destId="{F575659C-4E5E-4025-9C55-E4448DD3D1DA}" srcOrd="0" destOrd="0" presId="urn:microsoft.com/office/officeart/2018/2/layout/IconVerticalSolidList"/>
    <dgm:cxn modelId="{5BF972E0-6D26-4A34-A410-0A05A8AD6F30}" type="presParOf" srcId="{7624F661-D604-445C-B373-E778CA35BE98}" destId="{33980DC4-3EB9-4EE7-830C-DB3405C0F357}" srcOrd="0" destOrd="0" presId="urn:microsoft.com/office/officeart/2018/2/layout/IconVerticalSolidList"/>
    <dgm:cxn modelId="{654B6E50-535B-4E39-B9B1-1F5B827F52E1}" type="presParOf" srcId="{33980DC4-3EB9-4EE7-830C-DB3405C0F357}" destId="{09AF1ACA-DA02-4B59-8B87-F87546194E2D}" srcOrd="0" destOrd="0" presId="urn:microsoft.com/office/officeart/2018/2/layout/IconVerticalSolidList"/>
    <dgm:cxn modelId="{F100956B-CF43-45F6-93C1-8913FC804BEF}" type="presParOf" srcId="{33980DC4-3EB9-4EE7-830C-DB3405C0F357}" destId="{DED0ECF9-BCC0-4B59-99C2-87223DB06CA3}" srcOrd="1" destOrd="0" presId="urn:microsoft.com/office/officeart/2018/2/layout/IconVerticalSolidList"/>
    <dgm:cxn modelId="{A108F657-84CE-42EE-B716-8450575AB213}" type="presParOf" srcId="{33980DC4-3EB9-4EE7-830C-DB3405C0F357}" destId="{CADA9105-CCAF-4D9C-B87B-EAA7014E9AE9}" srcOrd="2" destOrd="0" presId="urn:microsoft.com/office/officeart/2018/2/layout/IconVerticalSolidList"/>
    <dgm:cxn modelId="{F4ACBA16-AF37-4EAF-9E73-5880E751FD41}" type="presParOf" srcId="{33980DC4-3EB9-4EE7-830C-DB3405C0F357}" destId="{5F66FE1A-E600-4EB4-8878-C526ED495B10}" srcOrd="3" destOrd="0" presId="urn:microsoft.com/office/officeart/2018/2/layout/IconVerticalSolidList"/>
    <dgm:cxn modelId="{77A6D3FB-D5C2-44C1-B4A3-42B6A65B3251}" type="presParOf" srcId="{7624F661-D604-445C-B373-E778CA35BE98}" destId="{05954C76-3B88-42B4-8F14-AD75CA5194A7}" srcOrd="1" destOrd="0" presId="urn:microsoft.com/office/officeart/2018/2/layout/IconVerticalSolidList"/>
    <dgm:cxn modelId="{7D90B318-5324-47F9-9008-05045994CB23}" type="presParOf" srcId="{7624F661-D604-445C-B373-E778CA35BE98}" destId="{3E8F85EC-93C7-4B60-9604-62BD418C72B5}" srcOrd="2" destOrd="0" presId="urn:microsoft.com/office/officeart/2018/2/layout/IconVerticalSolidList"/>
    <dgm:cxn modelId="{597CA4A3-0636-4295-AE3C-D402E6F9FF8D}" type="presParOf" srcId="{3E8F85EC-93C7-4B60-9604-62BD418C72B5}" destId="{8487BC41-BBA0-4255-9C6F-B444007F4DA8}" srcOrd="0" destOrd="0" presId="urn:microsoft.com/office/officeart/2018/2/layout/IconVerticalSolidList"/>
    <dgm:cxn modelId="{8DFE67C6-9C36-4373-BEFB-B054BC425840}" type="presParOf" srcId="{3E8F85EC-93C7-4B60-9604-62BD418C72B5}" destId="{C41A0BEA-A97F-4024-86E5-07A4D43DB525}" srcOrd="1" destOrd="0" presId="urn:microsoft.com/office/officeart/2018/2/layout/IconVerticalSolidList"/>
    <dgm:cxn modelId="{CD27B199-5A8E-4EA7-8897-7767FAF3DC19}" type="presParOf" srcId="{3E8F85EC-93C7-4B60-9604-62BD418C72B5}" destId="{6B093573-25BD-4AFD-8901-DF1CC4DBF59A}" srcOrd="2" destOrd="0" presId="urn:microsoft.com/office/officeart/2018/2/layout/IconVerticalSolidList"/>
    <dgm:cxn modelId="{CE00F532-B210-4373-AAB6-0681AFAA345A}" type="presParOf" srcId="{3E8F85EC-93C7-4B60-9604-62BD418C72B5}" destId="{937C3B99-8CD0-4A09-A32D-CBCE7198FF9C}" srcOrd="3" destOrd="0" presId="urn:microsoft.com/office/officeart/2018/2/layout/IconVerticalSolidList"/>
    <dgm:cxn modelId="{A45038EB-9AAB-49E9-A99A-DD9AE142DF14}" type="presParOf" srcId="{7624F661-D604-445C-B373-E778CA35BE98}" destId="{23575A6B-8905-4A03-B086-D171EE8F7659}" srcOrd="3" destOrd="0" presId="urn:microsoft.com/office/officeart/2018/2/layout/IconVerticalSolidList"/>
    <dgm:cxn modelId="{5326127E-938E-47B7-A524-8F966345B05C}" type="presParOf" srcId="{7624F661-D604-445C-B373-E778CA35BE98}" destId="{BAF40E79-C299-48E1-8E03-F5780AFF7982}" srcOrd="4" destOrd="0" presId="urn:microsoft.com/office/officeart/2018/2/layout/IconVerticalSolidList"/>
    <dgm:cxn modelId="{D5314F00-9BBF-4148-8942-826621A41DF2}" type="presParOf" srcId="{BAF40E79-C299-48E1-8E03-F5780AFF7982}" destId="{EA6B7E69-B652-4D20-9804-D2D64E7E8F30}" srcOrd="0" destOrd="0" presId="urn:microsoft.com/office/officeart/2018/2/layout/IconVerticalSolidList"/>
    <dgm:cxn modelId="{50745D9D-909A-41B8-B6B2-12134EEA8A43}" type="presParOf" srcId="{BAF40E79-C299-48E1-8E03-F5780AFF7982}" destId="{585CF827-CB3F-44D3-BA64-BF204E6765DC}" srcOrd="1" destOrd="0" presId="urn:microsoft.com/office/officeart/2018/2/layout/IconVerticalSolidList"/>
    <dgm:cxn modelId="{C249E2D9-5344-4E9F-B42B-02C6E46BF76A}" type="presParOf" srcId="{BAF40E79-C299-48E1-8E03-F5780AFF7982}" destId="{1E02ACF5-AE30-4181-BC70-B689479C5289}" srcOrd="2" destOrd="0" presId="urn:microsoft.com/office/officeart/2018/2/layout/IconVerticalSolidList"/>
    <dgm:cxn modelId="{676C745E-BC12-4475-90AF-D0C78A70B6E0}" type="presParOf" srcId="{BAF40E79-C299-48E1-8E03-F5780AFF7982}" destId="{F575659C-4E5E-4025-9C55-E4448DD3D1DA}" srcOrd="3" destOrd="0" presId="urn:microsoft.com/office/officeart/2018/2/layout/IconVerticalSolidList"/>
    <dgm:cxn modelId="{8F9DEA55-284A-41B1-BDC1-506069C18DD0}" type="presParOf" srcId="{7624F661-D604-445C-B373-E778CA35BE98}" destId="{B4266EAF-20F3-42B4-95CF-0E82BF08094A}" srcOrd="5" destOrd="0" presId="urn:microsoft.com/office/officeart/2018/2/layout/IconVerticalSolidList"/>
    <dgm:cxn modelId="{D631B295-1F7A-4356-9919-5C907B1E4B9E}" type="presParOf" srcId="{7624F661-D604-445C-B373-E778CA35BE98}" destId="{6A75E4B6-7AEB-4D3D-A7D5-95E50C4E6E0B}" srcOrd="6" destOrd="0" presId="urn:microsoft.com/office/officeart/2018/2/layout/IconVerticalSolidList"/>
    <dgm:cxn modelId="{5B56E2BF-0983-4E71-88E0-BC2E90938CEE}" type="presParOf" srcId="{6A75E4B6-7AEB-4D3D-A7D5-95E50C4E6E0B}" destId="{D0D5832D-6174-41B2-BE25-168BA63AFE33}" srcOrd="0" destOrd="0" presId="urn:microsoft.com/office/officeart/2018/2/layout/IconVerticalSolidList"/>
    <dgm:cxn modelId="{C40441BF-9A35-4688-B72D-5AED9DDFB4B9}" type="presParOf" srcId="{6A75E4B6-7AEB-4D3D-A7D5-95E50C4E6E0B}" destId="{688F9C7A-1B41-402E-8BE7-B6D3261FD1A8}" srcOrd="1" destOrd="0" presId="urn:microsoft.com/office/officeart/2018/2/layout/IconVerticalSolidList"/>
    <dgm:cxn modelId="{BEAFD4B4-9CEA-4AD4-9C09-5FF1C6CB8F95}" type="presParOf" srcId="{6A75E4B6-7AEB-4D3D-A7D5-95E50C4E6E0B}" destId="{FCA93E66-7F81-436F-9778-EA2780470E6B}" srcOrd="2" destOrd="0" presId="urn:microsoft.com/office/officeart/2018/2/layout/IconVerticalSolidList"/>
    <dgm:cxn modelId="{9D275ECE-2D18-43C9-AACD-BDFBC6278A75}" type="presParOf" srcId="{6A75E4B6-7AEB-4D3D-A7D5-95E50C4E6E0B}" destId="{030CF48B-9206-4E6D-985A-B718E4F9F8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9F51BB-9523-4FFF-AA3F-EA7A23D6074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A2E550B-A133-4239-B82E-C8DDA62FBC3F}">
      <dgm:prSet/>
      <dgm:spPr/>
      <dgm:t>
        <a:bodyPr/>
        <a:lstStyle/>
        <a:p>
          <a:r>
            <a:rPr lang="en-US"/>
            <a:t>Goal Confidence ↔ Interview Prep (r=0.753)</a:t>
          </a:r>
        </a:p>
      </dgm:t>
    </dgm:pt>
    <dgm:pt modelId="{44518714-B49C-47EC-9848-69E3E8EBA769}" type="parTrans" cxnId="{020842DF-8DA3-41AF-9BD8-EB073FC96291}">
      <dgm:prSet/>
      <dgm:spPr/>
      <dgm:t>
        <a:bodyPr/>
        <a:lstStyle/>
        <a:p>
          <a:endParaRPr lang="en-US"/>
        </a:p>
      </dgm:t>
    </dgm:pt>
    <dgm:pt modelId="{55B950B3-9843-422D-B8E8-8C5B438AD4A2}" type="sibTrans" cxnId="{020842DF-8DA3-41AF-9BD8-EB073FC96291}">
      <dgm:prSet/>
      <dgm:spPr/>
      <dgm:t>
        <a:bodyPr/>
        <a:lstStyle/>
        <a:p>
          <a:endParaRPr lang="en-US"/>
        </a:p>
      </dgm:t>
    </dgm:pt>
    <dgm:pt modelId="{50568C4A-D46C-4D85-B4F6-F5D31B05E0C7}">
      <dgm:prSet/>
      <dgm:spPr/>
      <dgm:t>
        <a:bodyPr/>
        <a:lstStyle/>
        <a:p>
          <a:r>
            <a:rPr lang="en-US"/>
            <a:t>Self-Learning ↔ Certification Value (r=0.653)</a:t>
          </a:r>
        </a:p>
      </dgm:t>
    </dgm:pt>
    <dgm:pt modelId="{E3BAF5DB-DD8D-463E-B2D0-A5BD0E8D9472}" type="parTrans" cxnId="{2D059EBD-6D83-4A42-B20B-08ED3B445919}">
      <dgm:prSet/>
      <dgm:spPr/>
      <dgm:t>
        <a:bodyPr/>
        <a:lstStyle/>
        <a:p>
          <a:endParaRPr lang="en-US"/>
        </a:p>
      </dgm:t>
    </dgm:pt>
    <dgm:pt modelId="{C6B7F545-DE8F-4600-9DAF-23AA70B62AA9}" type="sibTrans" cxnId="{2D059EBD-6D83-4A42-B20B-08ED3B445919}">
      <dgm:prSet/>
      <dgm:spPr/>
      <dgm:t>
        <a:bodyPr/>
        <a:lstStyle/>
        <a:p>
          <a:endParaRPr lang="en-US"/>
        </a:p>
      </dgm:t>
    </dgm:pt>
    <dgm:pt modelId="{EE0372AC-0695-4AD7-A9F8-A873A3FFABF4}">
      <dgm:prSet/>
      <dgm:spPr/>
      <dgm:t>
        <a:bodyPr/>
        <a:lstStyle/>
        <a:p>
          <a:r>
            <a:rPr lang="en-US"/>
            <a:t>Students with clearer goals show better interview readiness</a:t>
          </a:r>
        </a:p>
      </dgm:t>
    </dgm:pt>
    <dgm:pt modelId="{9CA1BF23-551E-4162-87B1-3E28682D0433}" type="parTrans" cxnId="{024F01C2-931E-4042-B7D4-2DC9479ABE8F}">
      <dgm:prSet/>
      <dgm:spPr/>
      <dgm:t>
        <a:bodyPr/>
        <a:lstStyle/>
        <a:p>
          <a:endParaRPr lang="en-US"/>
        </a:p>
      </dgm:t>
    </dgm:pt>
    <dgm:pt modelId="{4DB1E6C9-8A5C-4E5B-A691-0815F521012D}" type="sibTrans" cxnId="{024F01C2-931E-4042-B7D4-2DC9479ABE8F}">
      <dgm:prSet/>
      <dgm:spPr/>
      <dgm:t>
        <a:bodyPr/>
        <a:lstStyle/>
        <a:p>
          <a:endParaRPr lang="en-US"/>
        </a:p>
      </dgm:t>
    </dgm:pt>
    <dgm:pt modelId="{041A42EF-9FCA-4DD0-80C0-5ACA7C792280}">
      <dgm:prSet/>
      <dgm:spPr/>
      <dgm:t>
        <a:bodyPr/>
        <a:lstStyle/>
        <a:p>
          <a:r>
            <a:rPr lang="en-US"/>
            <a:t>Autonomous learners prioritize certifications more</a:t>
          </a:r>
        </a:p>
      </dgm:t>
    </dgm:pt>
    <dgm:pt modelId="{956B6806-00D1-46C8-8D5D-71AD15B0231E}" type="parTrans" cxnId="{CDE5D4DB-2CBD-48B0-BF68-4C81FC3F1C14}">
      <dgm:prSet/>
      <dgm:spPr/>
      <dgm:t>
        <a:bodyPr/>
        <a:lstStyle/>
        <a:p>
          <a:endParaRPr lang="en-US"/>
        </a:p>
      </dgm:t>
    </dgm:pt>
    <dgm:pt modelId="{CAFE7E73-1050-460D-8144-1F5103387773}" type="sibTrans" cxnId="{CDE5D4DB-2CBD-48B0-BF68-4C81FC3F1C14}">
      <dgm:prSet/>
      <dgm:spPr/>
      <dgm:t>
        <a:bodyPr/>
        <a:lstStyle/>
        <a:p>
          <a:endParaRPr lang="en-US"/>
        </a:p>
      </dgm:t>
    </dgm:pt>
    <dgm:pt modelId="{2541FDB6-4B1B-461C-B9F8-D3B9B0557115}" type="pres">
      <dgm:prSet presAssocID="{039F51BB-9523-4FFF-AA3F-EA7A23D6074F}" presName="root" presStyleCnt="0">
        <dgm:presLayoutVars>
          <dgm:dir/>
          <dgm:resizeHandles val="exact"/>
        </dgm:presLayoutVars>
      </dgm:prSet>
      <dgm:spPr/>
    </dgm:pt>
    <dgm:pt modelId="{B417147B-30CD-461D-8BBD-7A9A2A91C481}" type="pres">
      <dgm:prSet presAssocID="{FA2E550B-A133-4239-B82E-C8DDA62FBC3F}" presName="compNode" presStyleCnt="0"/>
      <dgm:spPr/>
    </dgm:pt>
    <dgm:pt modelId="{E8599EB0-0124-4C2B-9044-018CF18C16ED}" type="pres">
      <dgm:prSet presAssocID="{FA2E550B-A133-4239-B82E-C8DDA62FBC3F}" presName="bgRect" presStyleLbl="bgShp" presStyleIdx="0" presStyleCnt="4"/>
      <dgm:spPr/>
    </dgm:pt>
    <dgm:pt modelId="{3944513F-8193-49E6-B854-198B80B8B1E1}" type="pres">
      <dgm:prSet presAssocID="{FA2E550B-A133-4239-B82E-C8DDA62FBC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809200D-DBFE-4FDF-A086-2C735680915C}" type="pres">
      <dgm:prSet presAssocID="{FA2E550B-A133-4239-B82E-C8DDA62FBC3F}" presName="spaceRect" presStyleCnt="0"/>
      <dgm:spPr/>
    </dgm:pt>
    <dgm:pt modelId="{E0CD16E8-CBAF-4025-A89B-4D31EC62CB9E}" type="pres">
      <dgm:prSet presAssocID="{FA2E550B-A133-4239-B82E-C8DDA62FBC3F}" presName="parTx" presStyleLbl="revTx" presStyleIdx="0" presStyleCnt="4">
        <dgm:presLayoutVars>
          <dgm:chMax val="0"/>
          <dgm:chPref val="0"/>
        </dgm:presLayoutVars>
      </dgm:prSet>
      <dgm:spPr/>
    </dgm:pt>
    <dgm:pt modelId="{023BC4C2-E0D0-4851-AF71-63F44F081CE4}" type="pres">
      <dgm:prSet presAssocID="{55B950B3-9843-422D-B8E8-8C5B438AD4A2}" presName="sibTrans" presStyleCnt="0"/>
      <dgm:spPr/>
    </dgm:pt>
    <dgm:pt modelId="{5A83DB3F-19F6-4B32-BCE2-35F27DC5CFDC}" type="pres">
      <dgm:prSet presAssocID="{50568C4A-D46C-4D85-B4F6-F5D31B05E0C7}" presName="compNode" presStyleCnt="0"/>
      <dgm:spPr/>
    </dgm:pt>
    <dgm:pt modelId="{11F0B3AB-766C-4546-876D-46231E1E06E6}" type="pres">
      <dgm:prSet presAssocID="{50568C4A-D46C-4D85-B4F6-F5D31B05E0C7}" presName="bgRect" presStyleLbl="bgShp" presStyleIdx="1" presStyleCnt="4"/>
      <dgm:spPr/>
    </dgm:pt>
    <dgm:pt modelId="{5E12F1AE-D5A4-467C-960E-F3D2C1E113C3}" type="pres">
      <dgm:prSet presAssocID="{50568C4A-D46C-4D85-B4F6-F5D31B05E0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14F2A7B-928D-4864-B182-4BA633E32CE9}" type="pres">
      <dgm:prSet presAssocID="{50568C4A-D46C-4D85-B4F6-F5D31B05E0C7}" presName="spaceRect" presStyleCnt="0"/>
      <dgm:spPr/>
    </dgm:pt>
    <dgm:pt modelId="{3A07BAE7-B918-4E32-A43C-836325F4D1B8}" type="pres">
      <dgm:prSet presAssocID="{50568C4A-D46C-4D85-B4F6-F5D31B05E0C7}" presName="parTx" presStyleLbl="revTx" presStyleIdx="1" presStyleCnt="4">
        <dgm:presLayoutVars>
          <dgm:chMax val="0"/>
          <dgm:chPref val="0"/>
        </dgm:presLayoutVars>
      </dgm:prSet>
      <dgm:spPr/>
    </dgm:pt>
    <dgm:pt modelId="{06C61F3F-6A9D-4B8D-BE2F-A946198CDFF6}" type="pres">
      <dgm:prSet presAssocID="{C6B7F545-DE8F-4600-9DAF-23AA70B62AA9}" presName="sibTrans" presStyleCnt="0"/>
      <dgm:spPr/>
    </dgm:pt>
    <dgm:pt modelId="{C70E52F5-1BB4-4C8D-857E-3B98B725FD08}" type="pres">
      <dgm:prSet presAssocID="{EE0372AC-0695-4AD7-A9F8-A873A3FFABF4}" presName="compNode" presStyleCnt="0"/>
      <dgm:spPr/>
    </dgm:pt>
    <dgm:pt modelId="{65835A63-C9A4-4FD0-958B-9ECD6B15A55C}" type="pres">
      <dgm:prSet presAssocID="{EE0372AC-0695-4AD7-A9F8-A873A3FFABF4}" presName="bgRect" presStyleLbl="bgShp" presStyleIdx="2" presStyleCnt="4"/>
      <dgm:spPr/>
    </dgm:pt>
    <dgm:pt modelId="{8FD1EFE1-8A67-4F8C-8CAA-44F5F01C1961}" type="pres">
      <dgm:prSet presAssocID="{EE0372AC-0695-4AD7-A9F8-A873A3FFAB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ADD7E1C-C666-4FA8-8CB3-638428BFDE80}" type="pres">
      <dgm:prSet presAssocID="{EE0372AC-0695-4AD7-A9F8-A873A3FFABF4}" presName="spaceRect" presStyleCnt="0"/>
      <dgm:spPr/>
    </dgm:pt>
    <dgm:pt modelId="{93A9FFCF-B1EA-4E25-9CB4-D30745767DE0}" type="pres">
      <dgm:prSet presAssocID="{EE0372AC-0695-4AD7-A9F8-A873A3FFABF4}" presName="parTx" presStyleLbl="revTx" presStyleIdx="2" presStyleCnt="4">
        <dgm:presLayoutVars>
          <dgm:chMax val="0"/>
          <dgm:chPref val="0"/>
        </dgm:presLayoutVars>
      </dgm:prSet>
      <dgm:spPr/>
    </dgm:pt>
    <dgm:pt modelId="{3FD1D213-A469-4D19-A98F-32171D4EA303}" type="pres">
      <dgm:prSet presAssocID="{4DB1E6C9-8A5C-4E5B-A691-0815F521012D}" presName="sibTrans" presStyleCnt="0"/>
      <dgm:spPr/>
    </dgm:pt>
    <dgm:pt modelId="{7BC37A0A-2C4C-4DDB-B31E-CCC784F64DA1}" type="pres">
      <dgm:prSet presAssocID="{041A42EF-9FCA-4DD0-80C0-5ACA7C792280}" presName="compNode" presStyleCnt="0"/>
      <dgm:spPr/>
    </dgm:pt>
    <dgm:pt modelId="{051CEF50-3AE6-404F-A247-DD32F3C7437A}" type="pres">
      <dgm:prSet presAssocID="{041A42EF-9FCA-4DD0-80C0-5ACA7C792280}" presName="bgRect" presStyleLbl="bgShp" presStyleIdx="3" presStyleCnt="4"/>
      <dgm:spPr/>
    </dgm:pt>
    <dgm:pt modelId="{5C23F385-233E-401C-BB89-FD9617D544BF}" type="pres">
      <dgm:prSet presAssocID="{041A42EF-9FCA-4DD0-80C0-5ACA7C7922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68BF34C-51FC-4BBF-94DD-CDB770C2D526}" type="pres">
      <dgm:prSet presAssocID="{041A42EF-9FCA-4DD0-80C0-5ACA7C792280}" presName="spaceRect" presStyleCnt="0"/>
      <dgm:spPr/>
    </dgm:pt>
    <dgm:pt modelId="{722A9429-D975-45BD-A8D3-0BE56C3216FD}" type="pres">
      <dgm:prSet presAssocID="{041A42EF-9FCA-4DD0-80C0-5ACA7C79228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AD781C-F2F1-4E17-8E50-B83582404F7D}" type="presOf" srcId="{041A42EF-9FCA-4DD0-80C0-5ACA7C792280}" destId="{722A9429-D975-45BD-A8D3-0BE56C3216FD}" srcOrd="0" destOrd="0" presId="urn:microsoft.com/office/officeart/2018/2/layout/IconVerticalSolidList"/>
    <dgm:cxn modelId="{E28AD65E-E835-413F-B386-1DB88D8FE220}" type="presOf" srcId="{50568C4A-D46C-4D85-B4F6-F5D31B05E0C7}" destId="{3A07BAE7-B918-4E32-A43C-836325F4D1B8}" srcOrd="0" destOrd="0" presId="urn:microsoft.com/office/officeart/2018/2/layout/IconVerticalSolidList"/>
    <dgm:cxn modelId="{77A19D49-0F69-4F65-B4AF-815B7624DFB3}" type="presOf" srcId="{FA2E550B-A133-4239-B82E-C8DDA62FBC3F}" destId="{E0CD16E8-CBAF-4025-A89B-4D31EC62CB9E}" srcOrd="0" destOrd="0" presId="urn:microsoft.com/office/officeart/2018/2/layout/IconVerticalSolidList"/>
    <dgm:cxn modelId="{605F916F-989E-4927-9AA1-16F92D6D852F}" type="presOf" srcId="{EE0372AC-0695-4AD7-A9F8-A873A3FFABF4}" destId="{93A9FFCF-B1EA-4E25-9CB4-D30745767DE0}" srcOrd="0" destOrd="0" presId="urn:microsoft.com/office/officeart/2018/2/layout/IconVerticalSolidList"/>
    <dgm:cxn modelId="{C0326987-9A70-44CD-B74E-D869D7E14813}" type="presOf" srcId="{039F51BB-9523-4FFF-AA3F-EA7A23D6074F}" destId="{2541FDB6-4B1B-461C-B9F8-D3B9B0557115}" srcOrd="0" destOrd="0" presId="urn:microsoft.com/office/officeart/2018/2/layout/IconVerticalSolidList"/>
    <dgm:cxn modelId="{2D059EBD-6D83-4A42-B20B-08ED3B445919}" srcId="{039F51BB-9523-4FFF-AA3F-EA7A23D6074F}" destId="{50568C4A-D46C-4D85-B4F6-F5D31B05E0C7}" srcOrd="1" destOrd="0" parTransId="{E3BAF5DB-DD8D-463E-B2D0-A5BD0E8D9472}" sibTransId="{C6B7F545-DE8F-4600-9DAF-23AA70B62AA9}"/>
    <dgm:cxn modelId="{024F01C2-931E-4042-B7D4-2DC9479ABE8F}" srcId="{039F51BB-9523-4FFF-AA3F-EA7A23D6074F}" destId="{EE0372AC-0695-4AD7-A9F8-A873A3FFABF4}" srcOrd="2" destOrd="0" parTransId="{9CA1BF23-551E-4162-87B1-3E28682D0433}" sibTransId="{4DB1E6C9-8A5C-4E5B-A691-0815F521012D}"/>
    <dgm:cxn modelId="{CDE5D4DB-2CBD-48B0-BF68-4C81FC3F1C14}" srcId="{039F51BB-9523-4FFF-AA3F-EA7A23D6074F}" destId="{041A42EF-9FCA-4DD0-80C0-5ACA7C792280}" srcOrd="3" destOrd="0" parTransId="{956B6806-00D1-46C8-8D5D-71AD15B0231E}" sibTransId="{CAFE7E73-1050-460D-8144-1F5103387773}"/>
    <dgm:cxn modelId="{020842DF-8DA3-41AF-9BD8-EB073FC96291}" srcId="{039F51BB-9523-4FFF-AA3F-EA7A23D6074F}" destId="{FA2E550B-A133-4239-B82E-C8DDA62FBC3F}" srcOrd="0" destOrd="0" parTransId="{44518714-B49C-47EC-9848-69E3E8EBA769}" sibTransId="{55B950B3-9843-422D-B8E8-8C5B438AD4A2}"/>
    <dgm:cxn modelId="{D1843C9B-18CF-4BAD-A487-4583C6B94DAD}" type="presParOf" srcId="{2541FDB6-4B1B-461C-B9F8-D3B9B0557115}" destId="{B417147B-30CD-461D-8BBD-7A9A2A91C481}" srcOrd="0" destOrd="0" presId="urn:microsoft.com/office/officeart/2018/2/layout/IconVerticalSolidList"/>
    <dgm:cxn modelId="{C3E13503-57CD-4589-9DF9-702AFD6BDC07}" type="presParOf" srcId="{B417147B-30CD-461D-8BBD-7A9A2A91C481}" destId="{E8599EB0-0124-4C2B-9044-018CF18C16ED}" srcOrd="0" destOrd="0" presId="urn:microsoft.com/office/officeart/2018/2/layout/IconVerticalSolidList"/>
    <dgm:cxn modelId="{DFE69DEB-4C45-4A61-9A1D-2C0812D7D8B7}" type="presParOf" srcId="{B417147B-30CD-461D-8BBD-7A9A2A91C481}" destId="{3944513F-8193-49E6-B854-198B80B8B1E1}" srcOrd="1" destOrd="0" presId="urn:microsoft.com/office/officeart/2018/2/layout/IconVerticalSolidList"/>
    <dgm:cxn modelId="{D8F83805-2256-4E40-91D9-D1341A3CE833}" type="presParOf" srcId="{B417147B-30CD-461D-8BBD-7A9A2A91C481}" destId="{3809200D-DBFE-4FDF-A086-2C735680915C}" srcOrd="2" destOrd="0" presId="urn:microsoft.com/office/officeart/2018/2/layout/IconVerticalSolidList"/>
    <dgm:cxn modelId="{24694CAD-300D-4699-8AA7-D9DDC40D36BA}" type="presParOf" srcId="{B417147B-30CD-461D-8BBD-7A9A2A91C481}" destId="{E0CD16E8-CBAF-4025-A89B-4D31EC62CB9E}" srcOrd="3" destOrd="0" presId="urn:microsoft.com/office/officeart/2018/2/layout/IconVerticalSolidList"/>
    <dgm:cxn modelId="{AB5CC8E0-19C0-4D50-A4FB-BB512F3516A5}" type="presParOf" srcId="{2541FDB6-4B1B-461C-B9F8-D3B9B0557115}" destId="{023BC4C2-E0D0-4851-AF71-63F44F081CE4}" srcOrd="1" destOrd="0" presId="urn:microsoft.com/office/officeart/2018/2/layout/IconVerticalSolidList"/>
    <dgm:cxn modelId="{0D18C34C-1013-4750-877C-F48CD21CFC16}" type="presParOf" srcId="{2541FDB6-4B1B-461C-B9F8-D3B9B0557115}" destId="{5A83DB3F-19F6-4B32-BCE2-35F27DC5CFDC}" srcOrd="2" destOrd="0" presId="urn:microsoft.com/office/officeart/2018/2/layout/IconVerticalSolidList"/>
    <dgm:cxn modelId="{F96DADFA-2960-4425-A889-C671DE564A1D}" type="presParOf" srcId="{5A83DB3F-19F6-4B32-BCE2-35F27DC5CFDC}" destId="{11F0B3AB-766C-4546-876D-46231E1E06E6}" srcOrd="0" destOrd="0" presId="urn:microsoft.com/office/officeart/2018/2/layout/IconVerticalSolidList"/>
    <dgm:cxn modelId="{ABBDDABA-ECB5-4C95-8B16-7C201BA99C95}" type="presParOf" srcId="{5A83DB3F-19F6-4B32-BCE2-35F27DC5CFDC}" destId="{5E12F1AE-D5A4-467C-960E-F3D2C1E113C3}" srcOrd="1" destOrd="0" presId="urn:microsoft.com/office/officeart/2018/2/layout/IconVerticalSolidList"/>
    <dgm:cxn modelId="{0E517330-8C8B-4BF4-B3C6-5B955005ABDF}" type="presParOf" srcId="{5A83DB3F-19F6-4B32-BCE2-35F27DC5CFDC}" destId="{D14F2A7B-928D-4864-B182-4BA633E32CE9}" srcOrd="2" destOrd="0" presId="urn:microsoft.com/office/officeart/2018/2/layout/IconVerticalSolidList"/>
    <dgm:cxn modelId="{EA3E8DD8-5D85-4ADE-9804-24989A12A338}" type="presParOf" srcId="{5A83DB3F-19F6-4B32-BCE2-35F27DC5CFDC}" destId="{3A07BAE7-B918-4E32-A43C-836325F4D1B8}" srcOrd="3" destOrd="0" presId="urn:microsoft.com/office/officeart/2018/2/layout/IconVerticalSolidList"/>
    <dgm:cxn modelId="{E5F53D35-836B-468C-8B40-0487354CCE4F}" type="presParOf" srcId="{2541FDB6-4B1B-461C-B9F8-D3B9B0557115}" destId="{06C61F3F-6A9D-4B8D-BE2F-A946198CDFF6}" srcOrd="3" destOrd="0" presId="urn:microsoft.com/office/officeart/2018/2/layout/IconVerticalSolidList"/>
    <dgm:cxn modelId="{1B75BFFF-6DCC-4437-AE77-4C78F5458422}" type="presParOf" srcId="{2541FDB6-4B1B-461C-B9F8-D3B9B0557115}" destId="{C70E52F5-1BB4-4C8D-857E-3B98B725FD08}" srcOrd="4" destOrd="0" presId="urn:microsoft.com/office/officeart/2018/2/layout/IconVerticalSolidList"/>
    <dgm:cxn modelId="{0756095C-BB62-437E-8D52-CE8DA06AA9F6}" type="presParOf" srcId="{C70E52F5-1BB4-4C8D-857E-3B98B725FD08}" destId="{65835A63-C9A4-4FD0-958B-9ECD6B15A55C}" srcOrd="0" destOrd="0" presId="urn:microsoft.com/office/officeart/2018/2/layout/IconVerticalSolidList"/>
    <dgm:cxn modelId="{F9427B48-91E3-48C7-B5B0-FABD4EA91907}" type="presParOf" srcId="{C70E52F5-1BB4-4C8D-857E-3B98B725FD08}" destId="{8FD1EFE1-8A67-4F8C-8CAA-44F5F01C1961}" srcOrd="1" destOrd="0" presId="urn:microsoft.com/office/officeart/2018/2/layout/IconVerticalSolidList"/>
    <dgm:cxn modelId="{F4BE3A45-DADD-4854-8FF4-7EC80935A5A9}" type="presParOf" srcId="{C70E52F5-1BB4-4C8D-857E-3B98B725FD08}" destId="{EADD7E1C-C666-4FA8-8CB3-638428BFDE80}" srcOrd="2" destOrd="0" presId="urn:microsoft.com/office/officeart/2018/2/layout/IconVerticalSolidList"/>
    <dgm:cxn modelId="{468C1104-2605-4E05-8C61-10150DA0738C}" type="presParOf" srcId="{C70E52F5-1BB4-4C8D-857E-3B98B725FD08}" destId="{93A9FFCF-B1EA-4E25-9CB4-D30745767DE0}" srcOrd="3" destOrd="0" presId="urn:microsoft.com/office/officeart/2018/2/layout/IconVerticalSolidList"/>
    <dgm:cxn modelId="{8B308A4F-3579-4F48-9716-C3300E8D36D2}" type="presParOf" srcId="{2541FDB6-4B1B-461C-B9F8-D3B9B0557115}" destId="{3FD1D213-A469-4D19-A98F-32171D4EA303}" srcOrd="5" destOrd="0" presId="urn:microsoft.com/office/officeart/2018/2/layout/IconVerticalSolidList"/>
    <dgm:cxn modelId="{F1C4B898-EB5E-4C0E-9223-7FF2F16060C3}" type="presParOf" srcId="{2541FDB6-4B1B-461C-B9F8-D3B9B0557115}" destId="{7BC37A0A-2C4C-4DDB-B31E-CCC784F64DA1}" srcOrd="6" destOrd="0" presId="urn:microsoft.com/office/officeart/2018/2/layout/IconVerticalSolidList"/>
    <dgm:cxn modelId="{FACCC295-5B4F-4ED5-A171-CD1EE167DAD9}" type="presParOf" srcId="{7BC37A0A-2C4C-4DDB-B31E-CCC784F64DA1}" destId="{051CEF50-3AE6-404F-A247-DD32F3C7437A}" srcOrd="0" destOrd="0" presId="urn:microsoft.com/office/officeart/2018/2/layout/IconVerticalSolidList"/>
    <dgm:cxn modelId="{4F87518F-4EF2-4B2F-A634-78FBDC3A770E}" type="presParOf" srcId="{7BC37A0A-2C4C-4DDB-B31E-CCC784F64DA1}" destId="{5C23F385-233E-401C-BB89-FD9617D544BF}" srcOrd="1" destOrd="0" presId="urn:microsoft.com/office/officeart/2018/2/layout/IconVerticalSolidList"/>
    <dgm:cxn modelId="{2FA6B5F7-C02B-42E7-886F-922C267CFD4E}" type="presParOf" srcId="{7BC37A0A-2C4C-4DDB-B31E-CCC784F64DA1}" destId="{A68BF34C-51FC-4BBF-94DD-CDB770C2D526}" srcOrd="2" destOrd="0" presId="urn:microsoft.com/office/officeart/2018/2/layout/IconVerticalSolidList"/>
    <dgm:cxn modelId="{B6E371CF-8037-44F2-94E2-C941A8790E69}" type="presParOf" srcId="{7BC37A0A-2C4C-4DDB-B31E-CCC784F64DA1}" destId="{722A9429-D975-45BD-A8D3-0BE56C3216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B524DF3-0B9F-46AB-8FB1-2C86C453D5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0DDC31-59D9-4685-9FBE-0D674C6FAF32}">
      <dgm:prSet/>
      <dgm:spPr/>
      <dgm:t>
        <a:bodyPr/>
        <a:lstStyle/>
        <a:p>
          <a:r>
            <a:rPr lang="en-US"/>
            <a:t>Chi2 Statistic: 80.40</a:t>
          </a:r>
        </a:p>
      </dgm:t>
    </dgm:pt>
    <dgm:pt modelId="{5F235BA6-1BFE-4978-B07F-E24A6DDEC9A9}" type="parTrans" cxnId="{EC462D9B-C930-4757-AC33-92695AE876DC}">
      <dgm:prSet/>
      <dgm:spPr/>
      <dgm:t>
        <a:bodyPr/>
        <a:lstStyle/>
        <a:p>
          <a:endParaRPr lang="en-US"/>
        </a:p>
      </dgm:t>
    </dgm:pt>
    <dgm:pt modelId="{FDFF6B4E-7FC5-4828-8414-58966F5ED61A}" type="sibTrans" cxnId="{EC462D9B-C930-4757-AC33-92695AE876DC}">
      <dgm:prSet/>
      <dgm:spPr/>
      <dgm:t>
        <a:bodyPr/>
        <a:lstStyle/>
        <a:p>
          <a:endParaRPr lang="en-US"/>
        </a:p>
      </dgm:t>
    </dgm:pt>
    <dgm:pt modelId="{76EEA408-5080-4427-BA95-131487819167}">
      <dgm:prSet/>
      <dgm:spPr/>
      <dgm:t>
        <a:bodyPr/>
        <a:lstStyle/>
        <a:p>
          <a:r>
            <a:rPr lang="en-US"/>
            <a:t>P-Value: &lt; 0.05</a:t>
          </a:r>
        </a:p>
      </dgm:t>
    </dgm:pt>
    <dgm:pt modelId="{509C6C31-054B-428A-8218-C5B692CB2146}" type="parTrans" cxnId="{843A3EC0-3E07-4FC1-93E2-26E6B129AD48}">
      <dgm:prSet/>
      <dgm:spPr/>
      <dgm:t>
        <a:bodyPr/>
        <a:lstStyle/>
        <a:p>
          <a:endParaRPr lang="en-US"/>
        </a:p>
      </dgm:t>
    </dgm:pt>
    <dgm:pt modelId="{13415797-E0B2-44C2-8753-33D01CABF0CB}" type="sibTrans" cxnId="{843A3EC0-3E07-4FC1-93E2-26E6B129AD48}">
      <dgm:prSet/>
      <dgm:spPr/>
      <dgm:t>
        <a:bodyPr/>
        <a:lstStyle/>
        <a:p>
          <a:endParaRPr lang="en-US"/>
        </a:p>
      </dgm:t>
    </dgm:pt>
    <dgm:pt modelId="{7FD717A4-7C27-4AA3-BAD8-A41B2BDCFE40}">
      <dgm:prSet/>
      <dgm:spPr/>
      <dgm:t>
        <a:bodyPr/>
        <a:lstStyle/>
        <a:p>
          <a:r>
            <a:rPr lang="en-US"/>
            <a:t>Conclusion: Strong evidence of association</a:t>
          </a:r>
        </a:p>
      </dgm:t>
    </dgm:pt>
    <dgm:pt modelId="{C47485C9-EDA4-4C01-A819-E7E4B5246AC7}" type="parTrans" cxnId="{5632F58E-BD87-465D-B40F-BE2E2445732D}">
      <dgm:prSet/>
      <dgm:spPr/>
      <dgm:t>
        <a:bodyPr/>
        <a:lstStyle/>
        <a:p>
          <a:endParaRPr lang="en-US"/>
        </a:p>
      </dgm:t>
    </dgm:pt>
    <dgm:pt modelId="{599B70A0-BD92-45A3-AA63-DEB74C92DA81}" type="sibTrans" cxnId="{5632F58E-BD87-465D-B40F-BE2E2445732D}">
      <dgm:prSet/>
      <dgm:spPr/>
      <dgm:t>
        <a:bodyPr/>
        <a:lstStyle/>
        <a:p>
          <a:endParaRPr lang="en-US"/>
        </a:p>
      </dgm:t>
    </dgm:pt>
    <dgm:pt modelId="{0CF5EE9A-4A5A-4BF0-92A2-B6B88D895745}">
      <dgm:prSet/>
      <dgm:spPr/>
      <dgm:t>
        <a:bodyPr/>
        <a:lstStyle/>
        <a:p>
          <a:r>
            <a:rPr lang="en-US"/>
            <a:t>Satisfaction and perceived skill gaps are related</a:t>
          </a:r>
        </a:p>
      </dgm:t>
    </dgm:pt>
    <dgm:pt modelId="{F1899099-60BF-4298-9D5D-67BC813317A6}" type="parTrans" cxnId="{E21C1BB4-6294-47C8-8532-B5B1D0FFABD9}">
      <dgm:prSet/>
      <dgm:spPr/>
      <dgm:t>
        <a:bodyPr/>
        <a:lstStyle/>
        <a:p>
          <a:endParaRPr lang="en-US"/>
        </a:p>
      </dgm:t>
    </dgm:pt>
    <dgm:pt modelId="{DA4B8586-A077-43C6-A01F-4AF97F55BB74}" type="sibTrans" cxnId="{E21C1BB4-6294-47C8-8532-B5B1D0FFABD9}">
      <dgm:prSet/>
      <dgm:spPr/>
      <dgm:t>
        <a:bodyPr/>
        <a:lstStyle/>
        <a:p>
          <a:endParaRPr lang="en-US"/>
        </a:p>
      </dgm:t>
    </dgm:pt>
    <dgm:pt modelId="{98527F48-3346-4CBF-B31A-8F6B4E8CB20E}" type="pres">
      <dgm:prSet presAssocID="{4B524DF3-0B9F-46AB-8FB1-2C86C453D5D9}" presName="root" presStyleCnt="0">
        <dgm:presLayoutVars>
          <dgm:dir/>
          <dgm:resizeHandles val="exact"/>
        </dgm:presLayoutVars>
      </dgm:prSet>
      <dgm:spPr/>
    </dgm:pt>
    <dgm:pt modelId="{2291AC43-55BA-451B-B267-3CB2690E3890}" type="pres">
      <dgm:prSet presAssocID="{F90DDC31-59D9-4685-9FBE-0D674C6FAF32}" presName="compNode" presStyleCnt="0"/>
      <dgm:spPr/>
    </dgm:pt>
    <dgm:pt modelId="{49B18C6E-6FD4-4BA3-8BB5-1A582278373E}" type="pres">
      <dgm:prSet presAssocID="{F90DDC31-59D9-4685-9FBE-0D674C6FAF32}" presName="bgRect" presStyleLbl="bgShp" presStyleIdx="0" presStyleCnt="4"/>
      <dgm:spPr/>
    </dgm:pt>
    <dgm:pt modelId="{9CAAD97D-4E61-4116-8164-AC5E8DAA994F}" type="pres">
      <dgm:prSet presAssocID="{F90DDC31-59D9-4685-9FBE-0D674C6FAF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DC11710-08A6-49DE-841D-B997F881827D}" type="pres">
      <dgm:prSet presAssocID="{F90DDC31-59D9-4685-9FBE-0D674C6FAF32}" presName="spaceRect" presStyleCnt="0"/>
      <dgm:spPr/>
    </dgm:pt>
    <dgm:pt modelId="{7800D0C6-D1D5-4B3F-A5CF-DD36DD320EF9}" type="pres">
      <dgm:prSet presAssocID="{F90DDC31-59D9-4685-9FBE-0D674C6FAF32}" presName="parTx" presStyleLbl="revTx" presStyleIdx="0" presStyleCnt="4">
        <dgm:presLayoutVars>
          <dgm:chMax val="0"/>
          <dgm:chPref val="0"/>
        </dgm:presLayoutVars>
      </dgm:prSet>
      <dgm:spPr/>
    </dgm:pt>
    <dgm:pt modelId="{F7260E10-9C22-40C7-A186-3D26331B9858}" type="pres">
      <dgm:prSet presAssocID="{FDFF6B4E-7FC5-4828-8414-58966F5ED61A}" presName="sibTrans" presStyleCnt="0"/>
      <dgm:spPr/>
    </dgm:pt>
    <dgm:pt modelId="{7ED72131-3E72-40A3-8721-CD535AC36D98}" type="pres">
      <dgm:prSet presAssocID="{76EEA408-5080-4427-BA95-131487819167}" presName="compNode" presStyleCnt="0"/>
      <dgm:spPr/>
    </dgm:pt>
    <dgm:pt modelId="{AEAD1C05-3CE7-4E1E-99DE-DAE0D0FC9CA2}" type="pres">
      <dgm:prSet presAssocID="{76EEA408-5080-4427-BA95-131487819167}" presName="bgRect" presStyleLbl="bgShp" presStyleIdx="1" presStyleCnt="4"/>
      <dgm:spPr/>
    </dgm:pt>
    <dgm:pt modelId="{06C3A38E-9BD7-4FC6-AD14-EE4984A7CF7A}" type="pres">
      <dgm:prSet presAssocID="{76EEA408-5080-4427-BA95-1314878191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E356D1D-9F02-4FEE-A1DC-1002D8D8859C}" type="pres">
      <dgm:prSet presAssocID="{76EEA408-5080-4427-BA95-131487819167}" presName="spaceRect" presStyleCnt="0"/>
      <dgm:spPr/>
    </dgm:pt>
    <dgm:pt modelId="{59C17E0B-C267-4211-94D6-B5930A0906F3}" type="pres">
      <dgm:prSet presAssocID="{76EEA408-5080-4427-BA95-131487819167}" presName="parTx" presStyleLbl="revTx" presStyleIdx="1" presStyleCnt="4">
        <dgm:presLayoutVars>
          <dgm:chMax val="0"/>
          <dgm:chPref val="0"/>
        </dgm:presLayoutVars>
      </dgm:prSet>
      <dgm:spPr/>
    </dgm:pt>
    <dgm:pt modelId="{6EE1B360-0943-4397-8E19-4EB0DF4A3684}" type="pres">
      <dgm:prSet presAssocID="{13415797-E0B2-44C2-8753-33D01CABF0CB}" presName="sibTrans" presStyleCnt="0"/>
      <dgm:spPr/>
    </dgm:pt>
    <dgm:pt modelId="{B976B5C4-E561-4154-A517-C4B39712F535}" type="pres">
      <dgm:prSet presAssocID="{7FD717A4-7C27-4AA3-BAD8-A41B2BDCFE40}" presName="compNode" presStyleCnt="0"/>
      <dgm:spPr/>
    </dgm:pt>
    <dgm:pt modelId="{81D713C4-8E48-4E7D-8F13-3109E33D3DE8}" type="pres">
      <dgm:prSet presAssocID="{7FD717A4-7C27-4AA3-BAD8-A41B2BDCFE40}" presName="bgRect" presStyleLbl="bgShp" presStyleIdx="2" presStyleCnt="4"/>
      <dgm:spPr/>
    </dgm:pt>
    <dgm:pt modelId="{20A784FC-3728-4481-BD19-8018C76A61D8}" type="pres">
      <dgm:prSet presAssocID="{7FD717A4-7C27-4AA3-BAD8-A41B2BDCFE4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5036CC-6B73-4881-9D99-D55EF4D8572E}" type="pres">
      <dgm:prSet presAssocID="{7FD717A4-7C27-4AA3-BAD8-A41B2BDCFE40}" presName="spaceRect" presStyleCnt="0"/>
      <dgm:spPr/>
    </dgm:pt>
    <dgm:pt modelId="{ADD5A866-B4CC-4E95-9822-644A26E6E534}" type="pres">
      <dgm:prSet presAssocID="{7FD717A4-7C27-4AA3-BAD8-A41B2BDCFE40}" presName="parTx" presStyleLbl="revTx" presStyleIdx="2" presStyleCnt="4">
        <dgm:presLayoutVars>
          <dgm:chMax val="0"/>
          <dgm:chPref val="0"/>
        </dgm:presLayoutVars>
      </dgm:prSet>
      <dgm:spPr/>
    </dgm:pt>
    <dgm:pt modelId="{5A81F93D-2352-4760-8F8C-1D315E54C68B}" type="pres">
      <dgm:prSet presAssocID="{599B70A0-BD92-45A3-AA63-DEB74C92DA81}" presName="sibTrans" presStyleCnt="0"/>
      <dgm:spPr/>
    </dgm:pt>
    <dgm:pt modelId="{71939DF3-6780-4C3E-A8F2-5038652A7B11}" type="pres">
      <dgm:prSet presAssocID="{0CF5EE9A-4A5A-4BF0-92A2-B6B88D895745}" presName="compNode" presStyleCnt="0"/>
      <dgm:spPr/>
    </dgm:pt>
    <dgm:pt modelId="{ED193EB0-6810-4416-88CC-CA02273E30EB}" type="pres">
      <dgm:prSet presAssocID="{0CF5EE9A-4A5A-4BF0-92A2-B6B88D895745}" presName="bgRect" presStyleLbl="bgShp" presStyleIdx="3" presStyleCnt="4"/>
      <dgm:spPr/>
    </dgm:pt>
    <dgm:pt modelId="{DD4A3E17-70A8-4B8A-9D03-735236002629}" type="pres">
      <dgm:prSet presAssocID="{0CF5EE9A-4A5A-4BF0-92A2-B6B88D8957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E563D33-0557-4027-967C-975F370AD4AE}" type="pres">
      <dgm:prSet presAssocID="{0CF5EE9A-4A5A-4BF0-92A2-B6B88D895745}" presName="spaceRect" presStyleCnt="0"/>
      <dgm:spPr/>
    </dgm:pt>
    <dgm:pt modelId="{741D4D45-F17B-4AA0-942E-E33B070010AE}" type="pres">
      <dgm:prSet presAssocID="{0CF5EE9A-4A5A-4BF0-92A2-B6B88D89574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1F353F-708E-4883-B8B4-33310C5613E3}" type="presOf" srcId="{76EEA408-5080-4427-BA95-131487819167}" destId="{59C17E0B-C267-4211-94D6-B5930A0906F3}" srcOrd="0" destOrd="0" presId="urn:microsoft.com/office/officeart/2018/2/layout/IconVerticalSolidList"/>
    <dgm:cxn modelId="{AAEE195A-4DFC-4EF1-9C90-A8242E7A3198}" type="presOf" srcId="{7FD717A4-7C27-4AA3-BAD8-A41B2BDCFE40}" destId="{ADD5A866-B4CC-4E95-9822-644A26E6E534}" srcOrd="0" destOrd="0" presId="urn:microsoft.com/office/officeart/2018/2/layout/IconVerticalSolidList"/>
    <dgm:cxn modelId="{5632F58E-BD87-465D-B40F-BE2E2445732D}" srcId="{4B524DF3-0B9F-46AB-8FB1-2C86C453D5D9}" destId="{7FD717A4-7C27-4AA3-BAD8-A41B2BDCFE40}" srcOrd="2" destOrd="0" parTransId="{C47485C9-EDA4-4C01-A819-E7E4B5246AC7}" sibTransId="{599B70A0-BD92-45A3-AA63-DEB74C92DA81}"/>
    <dgm:cxn modelId="{EC462D9B-C930-4757-AC33-92695AE876DC}" srcId="{4B524DF3-0B9F-46AB-8FB1-2C86C453D5D9}" destId="{F90DDC31-59D9-4685-9FBE-0D674C6FAF32}" srcOrd="0" destOrd="0" parTransId="{5F235BA6-1BFE-4978-B07F-E24A6DDEC9A9}" sibTransId="{FDFF6B4E-7FC5-4828-8414-58966F5ED61A}"/>
    <dgm:cxn modelId="{E21C1BB4-6294-47C8-8532-B5B1D0FFABD9}" srcId="{4B524DF3-0B9F-46AB-8FB1-2C86C453D5D9}" destId="{0CF5EE9A-4A5A-4BF0-92A2-B6B88D895745}" srcOrd="3" destOrd="0" parTransId="{F1899099-60BF-4298-9D5D-67BC813317A6}" sibTransId="{DA4B8586-A077-43C6-A01F-4AF97F55BB74}"/>
    <dgm:cxn modelId="{B39A2EBF-F4FC-446E-9AA1-427D6672162A}" type="presOf" srcId="{4B524DF3-0B9F-46AB-8FB1-2C86C453D5D9}" destId="{98527F48-3346-4CBF-B31A-8F6B4E8CB20E}" srcOrd="0" destOrd="0" presId="urn:microsoft.com/office/officeart/2018/2/layout/IconVerticalSolidList"/>
    <dgm:cxn modelId="{843A3EC0-3E07-4FC1-93E2-26E6B129AD48}" srcId="{4B524DF3-0B9F-46AB-8FB1-2C86C453D5D9}" destId="{76EEA408-5080-4427-BA95-131487819167}" srcOrd="1" destOrd="0" parTransId="{509C6C31-054B-428A-8218-C5B692CB2146}" sibTransId="{13415797-E0B2-44C2-8753-33D01CABF0CB}"/>
    <dgm:cxn modelId="{4116C5D4-5514-4962-BFC9-CE2C77264E43}" type="presOf" srcId="{0CF5EE9A-4A5A-4BF0-92A2-B6B88D895745}" destId="{741D4D45-F17B-4AA0-942E-E33B070010AE}" srcOrd="0" destOrd="0" presId="urn:microsoft.com/office/officeart/2018/2/layout/IconVerticalSolidList"/>
    <dgm:cxn modelId="{8D32C1D6-F160-4DA1-9B5B-1429C43FB402}" type="presOf" srcId="{F90DDC31-59D9-4685-9FBE-0D674C6FAF32}" destId="{7800D0C6-D1D5-4B3F-A5CF-DD36DD320EF9}" srcOrd="0" destOrd="0" presId="urn:microsoft.com/office/officeart/2018/2/layout/IconVerticalSolidList"/>
    <dgm:cxn modelId="{DD4003A0-632E-4924-94C7-CC1D016D3CD8}" type="presParOf" srcId="{98527F48-3346-4CBF-B31A-8F6B4E8CB20E}" destId="{2291AC43-55BA-451B-B267-3CB2690E3890}" srcOrd="0" destOrd="0" presId="urn:microsoft.com/office/officeart/2018/2/layout/IconVerticalSolidList"/>
    <dgm:cxn modelId="{96FEDD34-41FD-4D3D-ADB4-86A1EB2336AD}" type="presParOf" srcId="{2291AC43-55BA-451B-B267-3CB2690E3890}" destId="{49B18C6E-6FD4-4BA3-8BB5-1A582278373E}" srcOrd="0" destOrd="0" presId="urn:microsoft.com/office/officeart/2018/2/layout/IconVerticalSolidList"/>
    <dgm:cxn modelId="{7347FD79-8FC9-4CA8-8598-8ACACF8628BA}" type="presParOf" srcId="{2291AC43-55BA-451B-B267-3CB2690E3890}" destId="{9CAAD97D-4E61-4116-8164-AC5E8DAA994F}" srcOrd="1" destOrd="0" presId="urn:microsoft.com/office/officeart/2018/2/layout/IconVerticalSolidList"/>
    <dgm:cxn modelId="{62851CE7-2769-4D05-94B0-3D648103BDA0}" type="presParOf" srcId="{2291AC43-55BA-451B-B267-3CB2690E3890}" destId="{9DC11710-08A6-49DE-841D-B997F881827D}" srcOrd="2" destOrd="0" presId="urn:microsoft.com/office/officeart/2018/2/layout/IconVerticalSolidList"/>
    <dgm:cxn modelId="{50362722-FE8F-44D5-87AB-30D0353370B6}" type="presParOf" srcId="{2291AC43-55BA-451B-B267-3CB2690E3890}" destId="{7800D0C6-D1D5-4B3F-A5CF-DD36DD320EF9}" srcOrd="3" destOrd="0" presId="urn:microsoft.com/office/officeart/2018/2/layout/IconVerticalSolidList"/>
    <dgm:cxn modelId="{7039B06B-7E0E-4122-84FA-C314C7198512}" type="presParOf" srcId="{98527F48-3346-4CBF-B31A-8F6B4E8CB20E}" destId="{F7260E10-9C22-40C7-A186-3D26331B9858}" srcOrd="1" destOrd="0" presId="urn:microsoft.com/office/officeart/2018/2/layout/IconVerticalSolidList"/>
    <dgm:cxn modelId="{3EEEEB8C-DEF4-4CFD-ACC9-F9B9B9580D7A}" type="presParOf" srcId="{98527F48-3346-4CBF-B31A-8F6B4E8CB20E}" destId="{7ED72131-3E72-40A3-8721-CD535AC36D98}" srcOrd="2" destOrd="0" presId="urn:microsoft.com/office/officeart/2018/2/layout/IconVerticalSolidList"/>
    <dgm:cxn modelId="{826BDB3D-082E-4ACE-B1BE-5A676D97D92C}" type="presParOf" srcId="{7ED72131-3E72-40A3-8721-CD535AC36D98}" destId="{AEAD1C05-3CE7-4E1E-99DE-DAE0D0FC9CA2}" srcOrd="0" destOrd="0" presId="urn:microsoft.com/office/officeart/2018/2/layout/IconVerticalSolidList"/>
    <dgm:cxn modelId="{0D75CCD7-12F0-4BDF-8A67-71398011E472}" type="presParOf" srcId="{7ED72131-3E72-40A3-8721-CD535AC36D98}" destId="{06C3A38E-9BD7-4FC6-AD14-EE4984A7CF7A}" srcOrd="1" destOrd="0" presId="urn:microsoft.com/office/officeart/2018/2/layout/IconVerticalSolidList"/>
    <dgm:cxn modelId="{1C46EC89-7826-456F-AEC2-9899ABEC0B0B}" type="presParOf" srcId="{7ED72131-3E72-40A3-8721-CD535AC36D98}" destId="{4E356D1D-9F02-4FEE-A1DC-1002D8D8859C}" srcOrd="2" destOrd="0" presId="urn:microsoft.com/office/officeart/2018/2/layout/IconVerticalSolidList"/>
    <dgm:cxn modelId="{96A96F55-B7DB-4FC4-8FB4-AF5A9317311A}" type="presParOf" srcId="{7ED72131-3E72-40A3-8721-CD535AC36D98}" destId="{59C17E0B-C267-4211-94D6-B5930A0906F3}" srcOrd="3" destOrd="0" presId="urn:microsoft.com/office/officeart/2018/2/layout/IconVerticalSolidList"/>
    <dgm:cxn modelId="{E97FC139-8D58-4169-A412-D38E034AAA28}" type="presParOf" srcId="{98527F48-3346-4CBF-B31A-8F6B4E8CB20E}" destId="{6EE1B360-0943-4397-8E19-4EB0DF4A3684}" srcOrd="3" destOrd="0" presId="urn:microsoft.com/office/officeart/2018/2/layout/IconVerticalSolidList"/>
    <dgm:cxn modelId="{D9295495-7841-47E2-842B-E87C250243BA}" type="presParOf" srcId="{98527F48-3346-4CBF-B31A-8F6B4E8CB20E}" destId="{B976B5C4-E561-4154-A517-C4B39712F535}" srcOrd="4" destOrd="0" presId="urn:microsoft.com/office/officeart/2018/2/layout/IconVerticalSolidList"/>
    <dgm:cxn modelId="{CF7F08D5-629D-42E1-B723-7F252588FC8A}" type="presParOf" srcId="{B976B5C4-E561-4154-A517-C4B39712F535}" destId="{81D713C4-8E48-4E7D-8F13-3109E33D3DE8}" srcOrd="0" destOrd="0" presId="urn:microsoft.com/office/officeart/2018/2/layout/IconVerticalSolidList"/>
    <dgm:cxn modelId="{11C7CDED-BAB2-4139-874B-2D3E70C14AD4}" type="presParOf" srcId="{B976B5C4-E561-4154-A517-C4B39712F535}" destId="{20A784FC-3728-4481-BD19-8018C76A61D8}" srcOrd="1" destOrd="0" presId="urn:microsoft.com/office/officeart/2018/2/layout/IconVerticalSolidList"/>
    <dgm:cxn modelId="{E67BB28E-1B76-4741-BCE1-D1CA8C6C4F68}" type="presParOf" srcId="{B976B5C4-E561-4154-A517-C4B39712F535}" destId="{495036CC-6B73-4881-9D99-D55EF4D8572E}" srcOrd="2" destOrd="0" presId="urn:microsoft.com/office/officeart/2018/2/layout/IconVerticalSolidList"/>
    <dgm:cxn modelId="{58838D71-6765-481B-A92F-991EC2BB1B2A}" type="presParOf" srcId="{B976B5C4-E561-4154-A517-C4B39712F535}" destId="{ADD5A866-B4CC-4E95-9822-644A26E6E534}" srcOrd="3" destOrd="0" presId="urn:microsoft.com/office/officeart/2018/2/layout/IconVerticalSolidList"/>
    <dgm:cxn modelId="{182817ED-076C-4BA3-B706-05CB169830EB}" type="presParOf" srcId="{98527F48-3346-4CBF-B31A-8F6B4E8CB20E}" destId="{5A81F93D-2352-4760-8F8C-1D315E54C68B}" srcOrd="5" destOrd="0" presId="urn:microsoft.com/office/officeart/2018/2/layout/IconVerticalSolidList"/>
    <dgm:cxn modelId="{6FDE05C1-A7DB-497A-B600-D84E807C2BBE}" type="presParOf" srcId="{98527F48-3346-4CBF-B31A-8F6B4E8CB20E}" destId="{71939DF3-6780-4C3E-A8F2-5038652A7B11}" srcOrd="6" destOrd="0" presId="urn:microsoft.com/office/officeart/2018/2/layout/IconVerticalSolidList"/>
    <dgm:cxn modelId="{EB96704F-0445-412C-B395-B66B2E70343E}" type="presParOf" srcId="{71939DF3-6780-4C3E-A8F2-5038652A7B11}" destId="{ED193EB0-6810-4416-88CC-CA02273E30EB}" srcOrd="0" destOrd="0" presId="urn:microsoft.com/office/officeart/2018/2/layout/IconVerticalSolidList"/>
    <dgm:cxn modelId="{CB87C8AF-9F11-4486-8101-A4CA664877D7}" type="presParOf" srcId="{71939DF3-6780-4C3E-A8F2-5038652A7B11}" destId="{DD4A3E17-70A8-4B8A-9D03-735236002629}" srcOrd="1" destOrd="0" presId="urn:microsoft.com/office/officeart/2018/2/layout/IconVerticalSolidList"/>
    <dgm:cxn modelId="{2EF172B3-4100-4867-A125-8812ACE27937}" type="presParOf" srcId="{71939DF3-6780-4C3E-A8F2-5038652A7B11}" destId="{BE563D33-0557-4027-967C-975F370AD4AE}" srcOrd="2" destOrd="0" presId="urn:microsoft.com/office/officeart/2018/2/layout/IconVerticalSolidList"/>
    <dgm:cxn modelId="{979DDD86-6ED7-4D51-A543-7B0F72F2B3CC}" type="presParOf" srcId="{71939DF3-6780-4C3E-A8F2-5038652A7B11}" destId="{741D4D45-F17B-4AA0-942E-E33B070010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3910CCA-252E-408C-8382-A5B7E89D2131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0A017D-735F-4E02-B477-596EA79E1C83}">
      <dgm:prSet/>
      <dgm:spPr/>
      <dgm:t>
        <a:bodyPr/>
        <a:lstStyle/>
        <a:p>
          <a:r>
            <a:rPr lang="en-US"/>
            <a:t>Predictors: Self-learning, certification importance, interview prep</a:t>
          </a:r>
        </a:p>
      </dgm:t>
    </dgm:pt>
    <dgm:pt modelId="{8AFD361A-C4B9-406D-BA89-B2A89E0E3BEE}" type="parTrans" cxnId="{0EBC7682-54B8-402D-9FB2-2D37C242F7DE}">
      <dgm:prSet/>
      <dgm:spPr/>
      <dgm:t>
        <a:bodyPr/>
        <a:lstStyle/>
        <a:p>
          <a:endParaRPr lang="en-US"/>
        </a:p>
      </dgm:t>
    </dgm:pt>
    <dgm:pt modelId="{8DF1F1A6-F10F-4933-8631-7A2CAE6F4E06}" type="sibTrans" cxnId="{0EBC7682-54B8-402D-9FB2-2D37C242F7DE}">
      <dgm:prSet/>
      <dgm:spPr/>
      <dgm:t>
        <a:bodyPr/>
        <a:lstStyle/>
        <a:p>
          <a:endParaRPr lang="en-US"/>
        </a:p>
      </dgm:t>
    </dgm:pt>
    <dgm:pt modelId="{A5AA0596-E476-44BE-9A9D-474B16C942B9}">
      <dgm:prSet/>
      <dgm:spPr/>
      <dgm:t>
        <a:bodyPr/>
        <a:lstStyle/>
        <a:p>
          <a:r>
            <a:rPr lang="en-US"/>
            <a:t>Categorical: Track choice factor, academic level, gender</a:t>
          </a:r>
        </a:p>
      </dgm:t>
    </dgm:pt>
    <dgm:pt modelId="{0E82DFF6-5243-4866-AC28-BA86C405266F}" type="parTrans" cxnId="{26D3E8FD-C1C1-43F6-A2DE-D21C15BD9250}">
      <dgm:prSet/>
      <dgm:spPr/>
      <dgm:t>
        <a:bodyPr/>
        <a:lstStyle/>
        <a:p>
          <a:endParaRPr lang="en-US"/>
        </a:p>
      </dgm:t>
    </dgm:pt>
    <dgm:pt modelId="{2487186A-7394-4691-A5AC-E086FF602D56}" type="sibTrans" cxnId="{26D3E8FD-C1C1-43F6-A2DE-D21C15BD9250}">
      <dgm:prSet/>
      <dgm:spPr/>
      <dgm:t>
        <a:bodyPr/>
        <a:lstStyle/>
        <a:p>
          <a:endParaRPr lang="en-US"/>
        </a:p>
      </dgm:t>
    </dgm:pt>
    <dgm:pt modelId="{D45E71BF-F561-4691-A480-185A780FB45D}">
      <dgm:prSet/>
      <dgm:spPr/>
      <dgm:t>
        <a:bodyPr/>
        <a:lstStyle/>
        <a:p>
          <a:r>
            <a:rPr lang="en-US" dirty="0"/>
            <a:t>Example prediction: </a:t>
          </a:r>
          <a:r>
            <a:rPr lang="en-US" dirty="0">
              <a:solidFill>
                <a:srgbClr val="FF0000"/>
              </a:solidFill>
              <a:highlight>
                <a:srgbClr val="FFFF00"/>
              </a:highlight>
            </a:rPr>
            <a:t>3.99</a:t>
          </a:r>
          <a:r>
            <a:rPr lang="en-US" dirty="0"/>
            <a:t> for female third-year with:</a:t>
          </a:r>
        </a:p>
      </dgm:t>
    </dgm:pt>
    <dgm:pt modelId="{4B65DA0E-2C09-4409-AB90-D9ED61E1AFA2}" type="parTrans" cxnId="{8672DE77-6354-4C74-ADB4-F8A45945F0C3}">
      <dgm:prSet/>
      <dgm:spPr/>
      <dgm:t>
        <a:bodyPr/>
        <a:lstStyle/>
        <a:p>
          <a:endParaRPr lang="en-US"/>
        </a:p>
      </dgm:t>
    </dgm:pt>
    <dgm:pt modelId="{E01D7B3A-FFA2-4A8B-87E4-6DDA4A0832CF}" type="sibTrans" cxnId="{8672DE77-6354-4C74-ADB4-F8A45945F0C3}">
      <dgm:prSet/>
      <dgm:spPr/>
      <dgm:t>
        <a:bodyPr/>
        <a:lstStyle/>
        <a:p>
          <a:endParaRPr lang="en-US"/>
        </a:p>
      </dgm:t>
    </dgm:pt>
    <dgm:pt modelId="{0CCF0BBF-6A7C-402E-B6BC-F297354D9527}">
      <dgm:prSet/>
      <dgm:spPr/>
      <dgm:t>
        <a:bodyPr/>
        <a:lstStyle/>
        <a:p>
          <a:r>
            <a:rPr lang="en-US"/>
            <a:t>- Self-learning: 4/5</a:t>
          </a:r>
        </a:p>
      </dgm:t>
    </dgm:pt>
    <dgm:pt modelId="{DE30EBE1-8E47-40F1-9207-BE2AE2475FB5}" type="parTrans" cxnId="{71ADFAEC-B753-4CF5-A577-58BCEF928C74}">
      <dgm:prSet/>
      <dgm:spPr/>
      <dgm:t>
        <a:bodyPr/>
        <a:lstStyle/>
        <a:p>
          <a:endParaRPr lang="en-US"/>
        </a:p>
      </dgm:t>
    </dgm:pt>
    <dgm:pt modelId="{E7B28D95-D684-414D-9440-8B7D092BD66A}" type="sibTrans" cxnId="{71ADFAEC-B753-4CF5-A577-58BCEF928C74}">
      <dgm:prSet/>
      <dgm:spPr/>
      <dgm:t>
        <a:bodyPr/>
        <a:lstStyle/>
        <a:p>
          <a:endParaRPr lang="en-US"/>
        </a:p>
      </dgm:t>
    </dgm:pt>
    <dgm:pt modelId="{CAA293A3-3768-4F12-9B41-2A660FA8BC1C}">
      <dgm:prSet/>
      <dgm:spPr/>
      <dgm:t>
        <a:bodyPr/>
        <a:lstStyle/>
        <a:p>
          <a:r>
            <a:rPr lang="en-US"/>
            <a:t>- Certification importance: 4/5</a:t>
          </a:r>
        </a:p>
      </dgm:t>
    </dgm:pt>
    <dgm:pt modelId="{87295608-E247-4109-A7A1-A6D43615CBED}" type="parTrans" cxnId="{52ACE37D-EBE3-4A15-B645-1966820F7CF1}">
      <dgm:prSet/>
      <dgm:spPr/>
      <dgm:t>
        <a:bodyPr/>
        <a:lstStyle/>
        <a:p>
          <a:endParaRPr lang="en-US"/>
        </a:p>
      </dgm:t>
    </dgm:pt>
    <dgm:pt modelId="{F4A6E619-2A10-41E7-9E3B-58AC8DD55337}" type="sibTrans" cxnId="{52ACE37D-EBE3-4A15-B645-1966820F7CF1}">
      <dgm:prSet/>
      <dgm:spPr/>
      <dgm:t>
        <a:bodyPr/>
        <a:lstStyle/>
        <a:p>
          <a:endParaRPr lang="en-US"/>
        </a:p>
      </dgm:t>
    </dgm:pt>
    <dgm:pt modelId="{B84A7999-250A-4241-8AA8-6D5234D95C2F}">
      <dgm:prSet/>
      <dgm:spPr/>
      <dgm:t>
        <a:bodyPr/>
        <a:lstStyle/>
        <a:p>
          <a:r>
            <a:rPr lang="en-US"/>
            <a:t>- Interview prep: 4/5</a:t>
          </a:r>
        </a:p>
      </dgm:t>
    </dgm:pt>
    <dgm:pt modelId="{20214A7D-7D29-4F38-9740-F3B96EF2D419}" type="parTrans" cxnId="{95CFFE50-A224-4E8F-9C69-E418EF519605}">
      <dgm:prSet/>
      <dgm:spPr/>
      <dgm:t>
        <a:bodyPr/>
        <a:lstStyle/>
        <a:p>
          <a:endParaRPr lang="en-US"/>
        </a:p>
      </dgm:t>
    </dgm:pt>
    <dgm:pt modelId="{A35CAD21-DFAD-42AC-9C56-0249D5297771}" type="sibTrans" cxnId="{95CFFE50-A224-4E8F-9C69-E418EF519605}">
      <dgm:prSet/>
      <dgm:spPr/>
      <dgm:t>
        <a:bodyPr/>
        <a:lstStyle/>
        <a:p>
          <a:endParaRPr lang="en-US"/>
        </a:p>
      </dgm:t>
    </dgm:pt>
    <dgm:pt modelId="{D2814714-C6FA-4CE1-B6E7-6DFC81065C91}">
      <dgm:prSet/>
      <dgm:spPr/>
      <dgm:t>
        <a:bodyPr/>
        <a:lstStyle/>
        <a:p>
          <a:r>
            <a:rPr lang="en-US"/>
            <a:t>- Personal interest as main factor</a:t>
          </a:r>
        </a:p>
      </dgm:t>
    </dgm:pt>
    <dgm:pt modelId="{8138E080-CF94-44A6-82D6-64A860ABFAC8}" type="parTrans" cxnId="{233D10B4-D104-486E-97F4-B7394F23D953}">
      <dgm:prSet/>
      <dgm:spPr/>
      <dgm:t>
        <a:bodyPr/>
        <a:lstStyle/>
        <a:p>
          <a:endParaRPr lang="en-US"/>
        </a:p>
      </dgm:t>
    </dgm:pt>
    <dgm:pt modelId="{E4CBB16C-BB0F-4E60-A73B-D22055614EBB}" type="sibTrans" cxnId="{233D10B4-D104-486E-97F4-B7394F23D953}">
      <dgm:prSet/>
      <dgm:spPr/>
      <dgm:t>
        <a:bodyPr/>
        <a:lstStyle/>
        <a:p>
          <a:endParaRPr lang="en-US"/>
        </a:p>
      </dgm:t>
    </dgm:pt>
    <dgm:pt modelId="{627FDDE9-9C72-49A7-B098-CDAA671782AE}" type="pres">
      <dgm:prSet presAssocID="{83910CCA-252E-408C-8382-A5B7E89D2131}" presName="Name0" presStyleCnt="0">
        <dgm:presLayoutVars>
          <dgm:dir/>
          <dgm:animLvl val="lvl"/>
          <dgm:resizeHandles val="exact"/>
        </dgm:presLayoutVars>
      </dgm:prSet>
      <dgm:spPr/>
    </dgm:pt>
    <dgm:pt modelId="{2AA7E6FE-D664-42C6-A92E-6A6072B5FD8F}" type="pres">
      <dgm:prSet presAssocID="{D45E71BF-F561-4691-A480-185A780FB45D}" presName="boxAndChildren" presStyleCnt="0"/>
      <dgm:spPr/>
    </dgm:pt>
    <dgm:pt modelId="{23DBF085-BE9A-4B47-AD13-8B9C859A53A4}" type="pres">
      <dgm:prSet presAssocID="{D45E71BF-F561-4691-A480-185A780FB45D}" presName="parentTextBox" presStyleLbl="node1" presStyleIdx="0" presStyleCnt="3"/>
      <dgm:spPr/>
    </dgm:pt>
    <dgm:pt modelId="{D1CBCD08-FFA0-4E17-A5A4-B83B6DC54424}" type="pres">
      <dgm:prSet presAssocID="{D45E71BF-F561-4691-A480-185A780FB45D}" presName="entireBox" presStyleLbl="node1" presStyleIdx="0" presStyleCnt="3"/>
      <dgm:spPr/>
    </dgm:pt>
    <dgm:pt modelId="{02A46F3F-4F7C-4A1E-8F8B-61D9685A11C0}" type="pres">
      <dgm:prSet presAssocID="{D45E71BF-F561-4691-A480-185A780FB45D}" presName="descendantBox" presStyleCnt="0"/>
      <dgm:spPr/>
    </dgm:pt>
    <dgm:pt modelId="{0846B052-9FD9-49FD-88EA-3B831CBDBD89}" type="pres">
      <dgm:prSet presAssocID="{0CCF0BBF-6A7C-402E-B6BC-F297354D9527}" presName="childTextBox" presStyleLbl="fgAccFollowNode1" presStyleIdx="0" presStyleCnt="4">
        <dgm:presLayoutVars>
          <dgm:bulletEnabled val="1"/>
        </dgm:presLayoutVars>
      </dgm:prSet>
      <dgm:spPr/>
    </dgm:pt>
    <dgm:pt modelId="{50B424C1-2B24-49E4-86E0-A4F713FB64F0}" type="pres">
      <dgm:prSet presAssocID="{CAA293A3-3768-4F12-9B41-2A660FA8BC1C}" presName="childTextBox" presStyleLbl="fgAccFollowNode1" presStyleIdx="1" presStyleCnt="4">
        <dgm:presLayoutVars>
          <dgm:bulletEnabled val="1"/>
        </dgm:presLayoutVars>
      </dgm:prSet>
      <dgm:spPr/>
    </dgm:pt>
    <dgm:pt modelId="{313470D2-2A16-400B-8D4C-AA736B7689E8}" type="pres">
      <dgm:prSet presAssocID="{B84A7999-250A-4241-8AA8-6D5234D95C2F}" presName="childTextBox" presStyleLbl="fgAccFollowNode1" presStyleIdx="2" presStyleCnt="4">
        <dgm:presLayoutVars>
          <dgm:bulletEnabled val="1"/>
        </dgm:presLayoutVars>
      </dgm:prSet>
      <dgm:spPr/>
    </dgm:pt>
    <dgm:pt modelId="{7AC7A800-0B2B-45C4-929B-B010C9A1154F}" type="pres">
      <dgm:prSet presAssocID="{D2814714-C6FA-4CE1-B6E7-6DFC81065C91}" presName="childTextBox" presStyleLbl="fgAccFollowNode1" presStyleIdx="3" presStyleCnt="4">
        <dgm:presLayoutVars>
          <dgm:bulletEnabled val="1"/>
        </dgm:presLayoutVars>
      </dgm:prSet>
      <dgm:spPr/>
    </dgm:pt>
    <dgm:pt modelId="{BACC6BAF-118B-4CC3-B48D-4BC440FBA733}" type="pres">
      <dgm:prSet presAssocID="{2487186A-7394-4691-A5AC-E086FF602D56}" presName="sp" presStyleCnt="0"/>
      <dgm:spPr/>
    </dgm:pt>
    <dgm:pt modelId="{AA953AFF-E1F2-4EFC-A83D-47DAB9D9F209}" type="pres">
      <dgm:prSet presAssocID="{A5AA0596-E476-44BE-9A9D-474B16C942B9}" presName="arrowAndChildren" presStyleCnt="0"/>
      <dgm:spPr/>
    </dgm:pt>
    <dgm:pt modelId="{17D5F7F6-F95D-45EB-921B-0838F1DBE9A8}" type="pres">
      <dgm:prSet presAssocID="{A5AA0596-E476-44BE-9A9D-474B16C942B9}" presName="parentTextArrow" presStyleLbl="node1" presStyleIdx="1" presStyleCnt="3"/>
      <dgm:spPr/>
    </dgm:pt>
    <dgm:pt modelId="{0F9DFD1A-F756-4B1D-A784-F8648E514D39}" type="pres">
      <dgm:prSet presAssocID="{8DF1F1A6-F10F-4933-8631-7A2CAE6F4E06}" presName="sp" presStyleCnt="0"/>
      <dgm:spPr/>
    </dgm:pt>
    <dgm:pt modelId="{F41B711A-5781-47A7-8E30-A2F57DC062B2}" type="pres">
      <dgm:prSet presAssocID="{3A0A017D-735F-4E02-B477-596EA79E1C83}" presName="arrowAndChildren" presStyleCnt="0"/>
      <dgm:spPr/>
    </dgm:pt>
    <dgm:pt modelId="{C13B47F9-5BE6-46AD-8634-4E160D03652D}" type="pres">
      <dgm:prSet presAssocID="{3A0A017D-735F-4E02-B477-596EA79E1C83}" presName="parentTextArrow" presStyleLbl="node1" presStyleIdx="2" presStyleCnt="3"/>
      <dgm:spPr/>
    </dgm:pt>
  </dgm:ptLst>
  <dgm:cxnLst>
    <dgm:cxn modelId="{88FA9B26-BB3D-4A90-90A8-EF2DD48FCFB8}" type="presOf" srcId="{D45E71BF-F561-4691-A480-185A780FB45D}" destId="{23DBF085-BE9A-4B47-AD13-8B9C859A53A4}" srcOrd="0" destOrd="0" presId="urn:microsoft.com/office/officeart/2005/8/layout/process4"/>
    <dgm:cxn modelId="{2EFB4B3D-1F87-46EF-B3F2-8BF5C138FEFC}" type="presOf" srcId="{0CCF0BBF-6A7C-402E-B6BC-F297354D9527}" destId="{0846B052-9FD9-49FD-88EA-3B831CBDBD89}" srcOrd="0" destOrd="0" presId="urn:microsoft.com/office/officeart/2005/8/layout/process4"/>
    <dgm:cxn modelId="{A3C88B62-F557-4A7D-A2A2-57F01DB5EADF}" type="presOf" srcId="{D2814714-C6FA-4CE1-B6E7-6DFC81065C91}" destId="{7AC7A800-0B2B-45C4-929B-B010C9A1154F}" srcOrd="0" destOrd="0" presId="urn:microsoft.com/office/officeart/2005/8/layout/process4"/>
    <dgm:cxn modelId="{95CFFE50-A224-4E8F-9C69-E418EF519605}" srcId="{D45E71BF-F561-4691-A480-185A780FB45D}" destId="{B84A7999-250A-4241-8AA8-6D5234D95C2F}" srcOrd="2" destOrd="0" parTransId="{20214A7D-7D29-4F38-9740-F3B96EF2D419}" sibTransId="{A35CAD21-DFAD-42AC-9C56-0249D5297771}"/>
    <dgm:cxn modelId="{FCF94876-1BAA-4354-82F1-C7D34B1AE4F4}" type="presOf" srcId="{B84A7999-250A-4241-8AA8-6D5234D95C2F}" destId="{313470D2-2A16-400B-8D4C-AA736B7689E8}" srcOrd="0" destOrd="0" presId="urn:microsoft.com/office/officeart/2005/8/layout/process4"/>
    <dgm:cxn modelId="{8672DE77-6354-4C74-ADB4-F8A45945F0C3}" srcId="{83910CCA-252E-408C-8382-A5B7E89D2131}" destId="{D45E71BF-F561-4691-A480-185A780FB45D}" srcOrd="2" destOrd="0" parTransId="{4B65DA0E-2C09-4409-AB90-D9ED61E1AFA2}" sibTransId="{E01D7B3A-FFA2-4A8B-87E4-6DDA4A0832CF}"/>
    <dgm:cxn modelId="{52ACE37D-EBE3-4A15-B645-1966820F7CF1}" srcId="{D45E71BF-F561-4691-A480-185A780FB45D}" destId="{CAA293A3-3768-4F12-9B41-2A660FA8BC1C}" srcOrd="1" destOrd="0" parTransId="{87295608-E247-4109-A7A1-A6D43615CBED}" sibTransId="{F4A6E619-2A10-41E7-9E3B-58AC8DD55337}"/>
    <dgm:cxn modelId="{0EBC7682-54B8-402D-9FB2-2D37C242F7DE}" srcId="{83910CCA-252E-408C-8382-A5B7E89D2131}" destId="{3A0A017D-735F-4E02-B477-596EA79E1C83}" srcOrd="0" destOrd="0" parTransId="{8AFD361A-C4B9-406D-BA89-B2A89E0E3BEE}" sibTransId="{8DF1F1A6-F10F-4933-8631-7A2CAE6F4E06}"/>
    <dgm:cxn modelId="{D3C25E93-B6A8-4FCE-8B23-229B4EA6C794}" type="presOf" srcId="{3A0A017D-735F-4E02-B477-596EA79E1C83}" destId="{C13B47F9-5BE6-46AD-8634-4E160D03652D}" srcOrd="0" destOrd="0" presId="urn:microsoft.com/office/officeart/2005/8/layout/process4"/>
    <dgm:cxn modelId="{5A0F8796-3609-46B3-990B-D73BA944597A}" type="presOf" srcId="{CAA293A3-3768-4F12-9B41-2A660FA8BC1C}" destId="{50B424C1-2B24-49E4-86E0-A4F713FB64F0}" srcOrd="0" destOrd="0" presId="urn:microsoft.com/office/officeart/2005/8/layout/process4"/>
    <dgm:cxn modelId="{12C4BBAD-2FA8-4232-9D73-8610F9DFD983}" type="presOf" srcId="{D45E71BF-F561-4691-A480-185A780FB45D}" destId="{D1CBCD08-FFA0-4E17-A5A4-B83B6DC54424}" srcOrd="1" destOrd="0" presId="urn:microsoft.com/office/officeart/2005/8/layout/process4"/>
    <dgm:cxn modelId="{233D10B4-D104-486E-97F4-B7394F23D953}" srcId="{D45E71BF-F561-4691-A480-185A780FB45D}" destId="{D2814714-C6FA-4CE1-B6E7-6DFC81065C91}" srcOrd="3" destOrd="0" parTransId="{8138E080-CF94-44A6-82D6-64A860ABFAC8}" sibTransId="{E4CBB16C-BB0F-4E60-A73B-D22055614EBB}"/>
    <dgm:cxn modelId="{141B97CB-E949-40B2-9227-14CFC1DDBF9B}" type="presOf" srcId="{83910CCA-252E-408C-8382-A5B7E89D2131}" destId="{627FDDE9-9C72-49A7-B098-CDAA671782AE}" srcOrd="0" destOrd="0" presId="urn:microsoft.com/office/officeart/2005/8/layout/process4"/>
    <dgm:cxn modelId="{71ADFAEC-B753-4CF5-A577-58BCEF928C74}" srcId="{D45E71BF-F561-4691-A480-185A780FB45D}" destId="{0CCF0BBF-6A7C-402E-B6BC-F297354D9527}" srcOrd="0" destOrd="0" parTransId="{DE30EBE1-8E47-40F1-9207-BE2AE2475FB5}" sibTransId="{E7B28D95-D684-414D-9440-8B7D092BD66A}"/>
    <dgm:cxn modelId="{26D3E8FD-C1C1-43F6-A2DE-D21C15BD9250}" srcId="{83910CCA-252E-408C-8382-A5B7E89D2131}" destId="{A5AA0596-E476-44BE-9A9D-474B16C942B9}" srcOrd="1" destOrd="0" parTransId="{0E82DFF6-5243-4866-AC28-BA86C405266F}" sibTransId="{2487186A-7394-4691-A5AC-E086FF602D56}"/>
    <dgm:cxn modelId="{8FC357FE-D1BD-4E34-B91F-2E63AA96CFB6}" type="presOf" srcId="{A5AA0596-E476-44BE-9A9D-474B16C942B9}" destId="{17D5F7F6-F95D-45EB-921B-0838F1DBE9A8}" srcOrd="0" destOrd="0" presId="urn:microsoft.com/office/officeart/2005/8/layout/process4"/>
    <dgm:cxn modelId="{8E847C39-3F68-4CC4-990A-AE72BC17E981}" type="presParOf" srcId="{627FDDE9-9C72-49A7-B098-CDAA671782AE}" destId="{2AA7E6FE-D664-42C6-A92E-6A6072B5FD8F}" srcOrd="0" destOrd="0" presId="urn:microsoft.com/office/officeart/2005/8/layout/process4"/>
    <dgm:cxn modelId="{5A3D8DFD-65B6-4BC9-921A-404602243E5A}" type="presParOf" srcId="{2AA7E6FE-D664-42C6-A92E-6A6072B5FD8F}" destId="{23DBF085-BE9A-4B47-AD13-8B9C859A53A4}" srcOrd="0" destOrd="0" presId="urn:microsoft.com/office/officeart/2005/8/layout/process4"/>
    <dgm:cxn modelId="{02477AC2-680A-4491-98CD-47BA61456130}" type="presParOf" srcId="{2AA7E6FE-D664-42C6-A92E-6A6072B5FD8F}" destId="{D1CBCD08-FFA0-4E17-A5A4-B83B6DC54424}" srcOrd="1" destOrd="0" presId="urn:microsoft.com/office/officeart/2005/8/layout/process4"/>
    <dgm:cxn modelId="{13EC883F-3EDF-4956-8CC6-7315BF4E0021}" type="presParOf" srcId="{2AA7E6FE-D664-42C6-A92E-6A6072B5FD8F}" destId="{02A46F3F-4F7C-4A1E-8F8B-61D9685A11C0}" srcOrd="2" destOrd="0" presId="urn:microsoft.com/office/officeart/2005/8/layout/process4"/>
    <dgm:cxn modelId="{2E76A1A3-49C1-4703-B4A7-A26E1EBCCF65}" type="presParOf" srcId="{02A46F3F-4F7C-4A1E-8F8B-61D9685A11C0}" destId="{0846B052-9FD9-49FD-88EA-3B831CBDBD89}" srcOrd="0" destOrd="0" presId="urn:microsoft.com/office/officeart/2005/8/layout/process4"/>
    <dgm:cxn modelId="{6A153FAB-8BBD-4FAC-8BDA-D6DF9C527194}" type="presParOf" srcId="{02A46F3F-4F7C-4A1E-8F8B-61D9685A11C0}" destId="{50B424C1-2B24-49E4-86E0-A4F713FB64F0}" srcOrd="1" destOrd="0" presId="urn:microsoft.com/office/officeart/2005/8/layout/process4"/>
    <dgm:cxn modelId="{418B5858-7266-4B82-9F92-CF0D8B344DE2}" type="presParOf" srcId="{02A46F3F-4F7C-4A1E-8F8B-61D9685A11C0}" destId="{313470D2-2A16-400B-8D4C-AA736B7689E8}" srcOrd="2" destOrd="0" presId="urn:microsoft.com/office/officeart/2005/8/layout/process4"/>
    <dgm:cxn modelId="{BE02036E-DE86-46F6-BD4B-02906EAC9594}" type="presParOf" srcId="{02A46F3F-4F7C-4A1E-8F8B-61D9685A11C0}" destId="{7AC7A800-0B2B-45C4-929B-B010C9A1154F}" srcOrd="3" destOrd="0" presId="urn:microsoft.com/office/officeart/2005/8/layout/process4"/>
    <dgm:cxn modelId="{A20D90BA-C4BB-4EC8-89B4-A9A93951C45E}" type="presParOf" srcId="{627FDDE9-9C72-49A7-B098-CDAA671782AE}" destId="{BACC6BAF-118B-4CC3-B48D-4BC440FBA733}" srcOrd="1" destOrd="0" presId="urn:microsoft.com/office/officeart/2005/8/layout/process4"/>
    <dgm:cxn modelId="{8F0C090C-2A51-4B7F-BF26-2663ACD9FC33}" type="presParOf" srcId="{627FDDE9-9C72-49A7-B098-CDAA671782AE}" destId="{AA953AFF-E1F2-4EFC-A83D-47DAB9D9F209}" srcOrd="2" destOrd="0" presId="urn:microsoft.com/office/officeart/2005/8/layout/process4"/>
    <dgm:cxn modelId="{252EBB22-5389-4855-82BA-7511E38F6979}" type="presParOf" srcId="{AA953AFF-E1F2-4EFC-A83D-47DAB9D9F209}" destId="{17D5F7F6-F95D-45EB-921B-0838F1DBE9A8}" srcOrd="0" destOrd="0" presId="urn:microsoft.com/office/officeart/2005/8/layout/process4"/>
    <dgm:cxn modelId="{2DCEE47F-4A20-438C-9782-596E94A94BD9}" type="presParOf" srcId="{627FDDE9-9C72-49A7-B098-CDAA671782AE}" destId="{0F9DFD1A-F756-4B1D-A784-F8648E514D39}" srcOrd="3" destOrd="0" presId="urn:microsoft.com/office/officeart/2005/8/layout/process4"/>
    <dgm:cxn modelId="{B96E132B-36C0-400C-8C72-0EDBC6A7DB83}" type="presParOf" srcId="{627FDDE9-9C72-49A7-B098-CDAA671782AE}" destId="{F41B711A-5781-47A7-8E30-A2F57DC062B2}" srcOrd="4" destOrd="0" presId="urn:microsoft.com/office/officeart/2005/8/layout/process4"/>
    <dgm:cxn modelId="{CB9F632A-4875-494C-8316-8777DEF84EBA}" type="presParOf" srcId="{F41B711A-5781-47A7-8E30-A2F57DC062B2}" destId="{C13B47F9-5BE6-46AD-8634-4E160D03652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71AFE4-591B-4BC7-86DB-0F969CEFAB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920832-3AEB-4FCD-831D-CDAD24DDE8DB}">
      <dgm:prSet/>
      <dgm:spPr/>
      <dgm:t>
        <a:bodyPr/>
        <a:lstStyle/>
        <a:p>
          <a:r>
            <a:rPr lang="en-US"/>
            <a:t>Survey provides valuable insights into CS student preferences</a:t>
          </a:r>
        </a:p>
      </dgm:t>
    </dgm:pt>
    <dgm:pt modelId="{C4BED0C2-1FD7-44C1-AFF8-FAA51074E621}" type="parTrans" cxnId="{A1C38983-C931-4599-BF61-683587812B83}">
      <dgm:prSet/>
      <dgm:spPr/>
      <dgm:t>
        <a:bodyPr/>
        <a:lstStyle/>
        <a:p>
          <a:endParaRPr lang="en-US"/>
        </a:p>
      </dgm:t>
    </dgm:pt>
    <dgm:pt modelId="{F4904E5A-9E9B-4094-8D62-E9B7205A823A}" type="sibTrans" cxnId="{A1C38983-C931-4599-BF61-683587812B83}">
      <dgm:prSet/>
      <dgm:spPr/>
      <dgm:t>
        <a:bodyPr/>
        <a:lstStyle/>
        <a:p>
          <a:endParaRPr lang="en-US"/>
        </a:p>
      </dgm:t>
    </dgm:pt>
    <dgm:pt modelId="{F591069C-D25C-4BEA-9FA2-61044264A3CC}">
      <dgm:prSet/>
      <dgm:spPr/>
      <dgm:t>
        <a:bodyPr/>
        <a:lstStyle/>
        <a:p>
          <a:r>
            <a:rPr lang="en-US"/>
            <a:t>Findings help align education with student needs and industry</a:t>
          </a:r>
        </a:p>
      </dgm:t>
    </dgm:pt>
    <dgm:pt modelId="{C552DB31-CC79-40F2-91C5-55580633B804}" type="parTrans" cxnId="{77DC476A-3FFA-4DA3-8CDA-D0CF60A598A6}">
      <dgm:prSet/>
      <dgm:spPr/>
      <dgm:t>
        <a:bodyPr/>
        <a:lstStyle/>
        <a:p>
          <a:endParaRPr lang="en-US"/>
        </a:p>
      </dgm:t>
    </dgm:pt>
    <dgm:pt modelId="{36049539-954B-46C5-A777-A9E7EAEC56C1}" type="sibTrans" cxnId="{77DC476A-3FFA-4DA3-8CDA-D0CF60A598A6}">
      <dgm:prSet/>
      <dgm:spPr/>
      <dgm:t>
        <a:bodyPr/>
        <a:lstStyle/>
        <a:p>
          <a:endParaRPr lang="en-US"/>
        </a:p>
      </dgm:t>
    </dgm:pt>
    <dgm:pt modelId="{307163DC-58D6-43CE-A679-A9FE203AA4ED}">
      <dgm:prSet/>
      <dgm:spPr/>
      <dgm:t>
        <a:bodyPr/>
        <a:lstStyle/>
        <a:p>
          <a:r>
            <a:rPr lang="en-US"/>
            <a:t>Identified gaps in resources and curriculum alignment</a:t>
          </a:r>
        </a:p>
      </dgm:t>
    </dgm:pt>
    <dgm:pt modelId="{B5741B73-AECE-49DA-9214-8516FC2B3D96}" type="parTrans" cxnId="{B0B2A064-E36A-4DC1-AD7E-28D66A201B5B}">
      <dgm:prSet/>
      <dgm:spPr/>
      <dgm:t>
        <a:bodyPr/>
        <a:lstStyle/>
        <a:p>
          <a:endParaRPr lang="en-US"/>
        </a:p>
      </dgm:t>
    </dgm:pt>
    <dgm:pt modelId="{B1B4E0AC-AD86-4D85-BDBD-79517655D000}" type="sibTrans" cxnId="{B0B2A064-E36A-4DC1-AD7E-28D66A201B5B}">
      <dgm:prSet/>
      <dgm:spPr/>
      <dgm:t>
        <a:bodyPr/>
        <a:lstStyle/>
        <a:p>
          <a:endParaRPr lang="en-US"/>
        </a:p>
      </dgm:t>
    </dgm:pt>
    <dgm:pt modelId="{012E872A-19C1-47DD-BAAB-4AD436268814}">
      <dgm:prSet/>
      <dgm:spPr/>
      <dgm:t>
        <a:bodyPr/>
        <a:lstStyle/>
        <a:p>
          <a:r>
            <a:rPr lang="en-US"/>
            <a:t>Small-scale survey as seed for larger future projects</a:t>
          </a:r>
        </a:p>
      </dgm:t>
    </dgm:pt>
    <dgm:pt modelId="{35264467-40A3-41D5-83A5-98E8EC3A8552}" type="parTrans" cxnId="{585CBAE9-3313-4126-BCD2-F3063B1B722E}">
      <dgm:prSet/>
      <dgm:spPr/>
      <dgm:t>
        <a:bodyPr/>
        <a:lstStyle/>
        <a:p>
          <a:endParaRPr lang="en-US"/>
        </a:p>
      </dgm:t>
    </dgm:pt>
    <dgm:pt modelId="{04620062-2B84-44B3-968E-93317D813A6C}" type="sibTrans" cxnId="{585CBAE9-3313-4126-BCD2-F3063B1B722E}">
      <dgm:prSet/>
      <dgm:spPr/>
      <dgm:t>
        <a:bodyPr/>
        <a:lstStyle/>
        <a:p>
          <a:endParaRPr lang="en-US"/>
        </a:p>
      </dgm:t>
    </dgm:pt>
    <dgm:pt modelId="{14104A35-70F0-4A7E-BA66-2AEDBC8F0FE1}">
      <dgm:prSet/>
      <dgm:spPr/>
      <dgm:t>
        <a:bodyPr/>
        <a:lstStyle/>
        <a:p>
          <a:r>
            <a:rPr lang="en-US" dirty="0"/>
            <a:t>Contributes to dialogue on CS education future</a:t>
          </a:r>
        </a:p>
      </dgm:t>
    </dgm:pt>
    <dgm:pt modelId="{8503360F-E4B0-45FF-B87F-6ECFF277E819}" type="parTrans" cxnId="{1ABA7D7B-AFF0-4EED-A369-D7FF62A2A3EB}">
      <dgm:prSet/>
      <dgm:spPr/>
      <dgm:t>
        <a:bodyPr/>
        <a:lstStyle/>
        <a:p>
          <a:endParaRPr lang="en-US"/>
        </a:p>
      </dgm:t>
    </dgm:pt>
    <dgm:pt modelId="{4C30BD25-071F-482F-9AFB-CF518EC3BC19}" type="sibTrans" cxnId="{1ABA7D7B-AFF0-4EED-A369-D7FF62A2A3EB}">
      <dgm:prSet/>
      <dgm:spPr/>
      <dgm:t>
        <a:bodyPr/>
        <a:lstStyle/>
        <a:p>
          <a:endParaRPr lang="en-US"/>
        </a:p>
      </dgm:t>
    </dgm:pt>
    <dgm:pt modelId="{1974FE2E-9FCC-4992-930A-970835A4CC43}" type="pres">
      <dgm:prSet presAssocID="{CB71AFE4-591B-4BC7-86DB-0F969CEFAB85}" presName="root" presStyleCnt="0">
        <dgm:presLayoutVars>
          <dgm:dir/>
          <dgm:resizeHandles val="exact"/>
        </dgm:presLayoutVars>
      </dgm:prSet>
      <dgm:spPr/>
    </dgm:pt>
    <dgm:pt modelId="{F2D1C9E2-B2C3-45C4-B92B-8E6E701AE20F}" type="pres">
      <dgm:prSet presAssocID="{E1920832-3AEB-4FCD-831D-CDAD24DDE8DB}" presName="compNode" presStyleCnt="0"/>
      <dgm:spPr/>
    </dgm:pt>
    <dgm:pt modelId="{582C0867-7D2D-42D9-9A83-7801CB12CCFF}" type="pres">
      <dgm:prSet presAssocID="{E1920832-3AEB-4FCD-831D-CDAD24DDE8DB}" presName="bgRect" presStyleLbl="bgShp" presStyleIdx="0" presStyleCnt="5"/>
      <dgm:spPr/>
    </dgm:pt>
    <dgm:pt modelId="{2184B6EA-2AC0-4698-8583-314BFBD44AAF}" type="pres">
      <dgm:prSet presAssocID="{E1920832-3AEB-4FCD-831D-CDAD24DDE8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EC0FB84-8B67-4FC9-A1DF-1E2402398616}" type="pres">
      <dgm:prSet presAssocID="{E1920832-3AEB-4FCD-831D-CDAD24DDE8DB}" presName="spaceRect" presStyleCnt="0"/>
      <dgm:spPr/>
    </dgm:pt>
    <dgm:pt modelId="{0FE67930-DDC8-4962-8C44-961F993E67A3}" type="pres">
      <dgm:prSet presAssocID="{E1920832-3AEB-4FCD-831D-CDAD24DDE8DB}" presName="parTx" presStyleLbl="revTx" presStyleIdx="0" presStyleCnt="5">
        <dgm:presLayoutVars>
          <dgm:chMax val="0"/>
          <dgm:chPref val="0"/>
        </dgm:presLayoutVars>
      </dgm:prSet>
      <dgm:spPr/>
    </dgm:pt>
    <dgm:pt modelId="{67B3AF8B-3C08-42D5-A013-D0E8F65BDA6E}" type="pres">
      <dgm:prSet presAssocID="{F4904E5A-9E9B-4094-8D62-E9B7205A823A}" presName="sibTrans" presStyleCnt="0"/>
      <dgm:spPr/>
    </dgm:pt>
    <dgm:pt modelId="{398631AC-6755-4425-9BD6-A582F8763612}" type="pres">
      <dgm:prSet presAssocID="{F591069C-D25C-4BEA-9FA2-61044264A3CC}" presName="compNode" presStyleCnt="0"/>
      <dgm:spPr/>
    </dgm:pt>
    <dgm:pt modelId="{8954E000-8A6B-4EFA-9D3D-5D46D86F829E}" type="pres">
      <dgm:prSet presAssocID="{F591069C-D25C-4BEA-9FA2-61044264A3CC}" presName="bgRect" presStyleLbl="bgShp" presStyleIdx="1" presStyleCnt="5"/>
      <dgm:spPr/>
    </dgm:pt>
    <dgm:pt modelId="{430AD5DB-99C8-4772-8BA9-F38441A5F564}" type="pres">
      <dgm:prSet presAssocID="{F591069C-D25C-4BEA-9FA2-61044264A3C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843A0E2-1D8C-422A-AD62-E62DF0F6DB6B}" type="pres">
      <dgm:prSet presAssocID="{F591069C-D25C-4BEA-9FA2-61044264A3CC}" presName="spaceRect" presStyleCnt="0"/>
      <dgm:spPr/>
    </dgm:pt>
    <dgm:pt modelId="{33A0DD4D-7C7B-4C71-85A9-CE8C584907A4}" type="pres">
      <dgm:prSet presAssocID="{F591069C-D25C-4BEA-9FA2-61044264A3CC}" presName="parTx" presStyleLbl="revTx" presStyleIdx="1" presStyleCnt="5">
        <dgm:presLayoutVars>
          <dgm:chMax val="0"/>
          <dgm:chPref val="0"/>
        </dgm:presLayoutVars>
      </dgm:prSet>
      <dgm:spPr/>
    </dgm:pt>
    <dgm:pt modelId="{D6E7D56D-18CF-4C53-AA95-B756249D652B}" type="pres">
      <dgm:prSet presAssocID="{36049539-954B-46C5-A777-A9E7EAEC56C1}" presName="sibTrans" presStyleCnt="0"/>
      <dgm:spPr/>
    </dgm:pt>
    <dgm:pt modelId="{D246EF82-1FA4-445E-8969-958455F0E2FC}" type="pres">
      <dgm:prSet presAssocID="{307163DC-58D6-43CE-A679-A9FE203AA4ED}" presName="compNode" presStyleCnt="0"/>
      <dgm:spPr/>
    </dgm:pt>
    <dgm:pt modelId="{10BEE4C8-B572-4CA3-9AC2-A6F8AD1A2321}" type="pres">
      <dgm:prSet presAssocID="{307163DC-58D6-43CE-A679-A9FE203AA4ED}" presName="bgRect" presStyleLbl="bgShp" presStyleIdx="2" presStyleCnt="5"/>
      <dgm:spPr/>
    </dgm:pt>
    <dgm:pt modelId="{3D080C2E-C66D-48D0-BC8A-BAC7D1C582EE}" type="pres">
      <dgm:prSet presAssocID="{307163DC-58D6-43CE-A679-A9FE203AA4E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68C5BAF-544B-46DD-83DC-ABB485BEB01E}" type="pres">
      <dgm:prSet presAssocID="{307163DC-58D6-43CE-A679-A9FE203AA4ED}" presName="spaceRect" presStyleCnt="0"/>
      <dgm:spPr/>
    </dgm:pt>
    <dgm:pt modelId="{4EEEFD63-6592-4580-826F-F105F2A31091}" type="pres">
      <dgm:prSet presAssocID="{307163DC-58D6-43CE-A679-A9FE203AA4ED}" presName="parTx" presStyleLbl="revTx" presStyleIdx="2" presStyleCnt="5">
        <dgm:presLayoutVars>
          <dgm:chMax val="0"/>
          <dgm:chPref val="0"/>
        </dgm:presLayoutVars>
      </dgm:prSet>
      <dgm:spPr/>
    </dgm:pt>
    <dgm:pt modelId="{AF6EEDA9-3B0F-4627-89A3-D71312553EB0}" type="pres">
      <dgm:prSet presAssocID="{B1B4E0AC-AD86-4D85-BDBD-79517655D000}" presName="sibTrans" presStyleCnt="0"/>
      <dgm:spPr/>
    </dgm:pt>
    <dgm:pt modelId="{9E742A68-21AA-4FAF-BC83-F8F31799A53A}" type="pres">
      <dgm:prSet presAssocID="{012E872A-19C1-47DD-BAAB-4AD436268814}" presName="compNode" presStyleCnt="0"/>
      <dgm:spPr/>
    </dgm:pt>
    <dgm:pt modelId="{EE9874B1-FCE1-495B-A9F1-0BE20B994FD8}" type="pres">
      <dgm:prSet presAssocID="{012E872A-19C1-47DD-BAAB-4AD436268814}" presName="bgRect" presStyleLbl="bgShp" presStyleIdx="3" presStyleCnt="5"/>
      <dgm:spPr/>
    </dgm:pt>
    <dgm:pt modelId="{F7F914CF-C04D-4EF9-96C0-659C2EA74FD3}" type="pres">
      <dgm:prSet presAssocID="{012E872A-19C1-47DD-BAAB-4AD4362688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170E5EB2-F55C-4682-A989-60EBE015F48B}" type="pres">
      <dgm:prSet presAssocID="{012E872A-19C1-47DD-BAAB-4AD436268814}" presName="spaceRect" presStyleCnt="0"/>
      <dgm:spPr/>
    </dgm:pt>
    <dgm:pt modelId="{D49390EA-B92A-48F5-AD67-553B71AD9652}" type="pres">
      <dgm:prSet presAssocID="{012E872A-19C1-47DD-BAAB-4AD436268814}" presName="parTx" presStyleLbl="revTx" presStyleIdx="3" presStyleCnt="5">
        <dgm:presLayoutVars>
          <dgm:chMax val="0"/>
          <dgm:chPref val="0"/>
        </dgm:presLayoutVars>
      </dgm:prSet>
      <dgm:spPr/>
    </dgm:pt>
    <dgm:pt modelId="{AADEB287-F719-4431-92D2-ED387DB98C80}" type="pres">
      <dgm:prSet presAssocID="{04620062-2B84-44B3-968E-93317D813A6C}" presName="sibTrans" presStyleCnt="0"/>
      <dgm:spPr/>
    </dgm:pt>
    <dgm:pt modelId="{BF911EAB-BBE5-4F2A-A75A-4EF9DD813BCF}" type="pres">
      <dgm:prSet presAssocID="{14104A35-70F0-4A7E-BA66-2AEDBC8F0FE1}" presName="compNode" presStyleCnt="0"/>
      <dgm:spPr/>
    </dgm:pt>
    <dgm:pt modelId="{A85928E1-DE20-408C-A094-BD387A981BBC}" type="pres">
      <dgm:prSet presAssocID="{14104A35-70F0-4A7E-BA66-2AEDBC8F0FE1}" presName="bgRect" presStyleLbl="bgShp" presStyleIdx="4" presStyleCnt="5"/>
      <dgm:spPr/>
    </dgm:pt>
    <dgm:pt modelId="{A4E841AF-F8B3-4DB4-832D-B61EC8EC2B8D}" type="pres">
      <dgm:prSet presAssocID="{14104A35-70F0-4A7E-BA66-2AEDBC8F0F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9833577-7A10-4BDB-A7D7-5BAD176B8A41}" type="pres">
      <dgm:prSet presAssocID="{14104A35-70F0-4A7E-BA66-2AEDBC8F0FE1}" presName="spaceRect" presStyleCnt="0"/>
      <dgm:spPr/>
    </dgm:pt>
    <dgm:pt modelId="{8BD31F8A-F230-4BDC-83D7-14A8FB5C81B2}" type="pres">
      <dgm:prSet presAssocID="{14104A35-70F0-4A7E-BA66-2AEDBC8F0FE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DD62140-91F4-4A0B-83CD-D84364BFF760}" type="presOf" srcId="{F591069C-D25C-4BEA-9FA2-61044264A3CC}" destId="{33A0DD4D-7C7B-4C71-85A9-CE8C584907A4}" srcOrd="0" destOrd="0" presId="urn:microsoft.com/office/officeart/2018/2/layout/IconVerticalSolidList"/>
    <dgm:cxn modelId="{B0B2A064-E36A-4DC1-AD7E-28D66A201B5B}" srcId="{CB71AFE4-591B-4BC7-86DB-0F969CEFAB85}" destId="{307163DC-58D6-43CE-A679-A9FE203AA4ED}" srcOrd="2" destOrd="0" parTransId="{B5741B73-AECE-49DA-9214-8516FC2B3D96}" sibTransId="{B1B4E0AC-AD86-4D85-BDBD-79517655D000}"/>
    <dgm:cxn modelId="{77DC476A-3FFA-4DA3-8CDA-D0CF60A598A6}" srcId="{CB71AFE4-591B-4BC7-86DB-0F969CEFAB85}" destId="{F591069C-D25C-4BEA-9FA2-61044264A3CC}" srcOrd="1" destOrd="0" parTransId="{C552DB31-CC79-40F2-91C5-55580633B804}" sibTransId="{36049539-954B-46C5-A777-A9E7EAEC56C1}"/>
    <dgm:cxn modelId="{AC613158-1E6D-44D6-A3CF-AFDC7B47849D}" type="presOf" srcId="{E1920832-3AEB-4FCD-831D-CDAD24DDE8DB}" destId="{0FE67930-DDC8-4962-8C44-961F993E67A3}" srcOrd="0" destOrd="0" presId="urn:microsoft.com/office/officeart/2018/2/layout/IconVerticalSolidList"/>
    <dgm:cxn modelId="{1ABA7D7B-AFF0-4EED-A369-D7FF62A2A3EB}" srcId="{CB71AFE4-591B-4BC7-86DB-0F969CEFAB85}" destId="{14104A35-70F0-4A7E-BA66-2AEDBC8F0FE1}" srcOrd="4" destOrd="0" parTransId="{8503360F-E4B0-45FF-B87F-6ECFF277E819}" sibTransId="{4C30BD25-071F-482F-9AFB-CF518EC3BC19}"/>
    <dgm:cxn modelId="{A1C38983-C931-4599-BF61-683587812B83}" srcId="{CB71AFE4-591B-4BC7-86DB-0F969CEFAB85}" destId="{E1920832-3AEB-4FCD-831D-CDAD24DDE8DB}" srcOrd="0" destOrd="0" parTransId="{C4BED0C2-1FD7-44C1-AFF8-FAA51074E621}" sibTransId="{F4904E5A-9E9B-4094-8D62-E9B7205A823A}"/>
    <dgm:cxn modelId="{B925D3A3-D2CF-4BC4-AC88-E7D161EDA981}" type="presOf" srcId="{CB71AFE4-591B-4BC7-86DB-0F969CEFAB85}" destId="{1974FE2E-9FCC-4992-930A-970835A4CC43}" srcOrd="0" destOrd="0" presId="urn:microsoft.com/office/officeart/2018/2/layout/IconVerticalSolidList"/>
    <dgm:cxn modelId="{C4E6D7AD-A8F2-424D-80C6-75CF1858D268}" type="presOf" srcId="{307163DC-58D6-43CE-A679-A9FE203AA4ED}" destId="{4EEEFD63-6592-4580-826F-F105F2A31091}" srcOrd="0" destOrd="0" presId="urn:microsoft.com/office/officeart/2018/2/layout/IconVerticalSolidList"/>
    <dgm:cxn modelId="{A0B66CC0-1F4E-4DA6-BAF0-E1DC48086C30}" type="presOf" srcId="{012E872A-19C1-47DD-BAAB-4AD436268814}" destId="{D49390EA-B92A-48F5-AD67-553B71AD9652}" srcOrd="0" destOrd="0" presId="urn:microsoft.com/office/officeart/2018/2/layout/IconVerticalSolidList"/>
    <dgm:cxn modelId="{5EF2B2D1-CAFE-41C7-806B-B144F4565F59}" type="presOf" srcId="{14104A35-70F0-4A7E-BA66-2AEDBC8F0FE1}" destId="{8BD31F8A-F230-4BDC-83D7-14A8FB5C81B2}" srcOrd="0" destOrd="0" presId="urn:microsoft.com/office/officeart/2018/2/layout/IconVerticalSolidList"/>
    <dgm:cxn modelId="{585CBAE9-3313-4126-BCD2-F3063B1B722E}" srcId="{CB71AFE4-591B-4BC7-86DB-0F969CEFAB85}" destId="{012E872A-19C1-47DD-BAAB-4AD436268814}" srcOrd="3" destOrd="0" parTransId="{35264467-40A3-41D5-83A5-98E8EC3A8552}" sibTransId="{04620062-2B84-44B3-968E-93317D813A6C}"/>
    <dgm:cxn modelId="{ED6D4351-15A9-4362-A215-922F1DAE1302}" type="presParOf" srcId="{1974FE2E-9FCC-4992-930A-970835A4CC43}" destId="{F2D1C9E2-B2C3-45C4-B92B-8E6E701AE20F}" srcOrd="0" destOrd="0" presId="urn:microsoft.com/office/officeart/2018/2/layout/IconVerticalSolidList"/>
    <dgm:cxn modelId="{A37F0B6D-5B82-4ACC-84D0-BDA1D9ACEF02}" type="presParOf" srcId="{F2D1C9E2-B2C3-45C4-B92B-8E6E701AE20F}" destId="{582C0867-7D2D-42D9-9A83-7801CB12CCFF}" srcOrd="0" destOrd="0" presId="urn:microsoft.com/office/officeart/2018/2/layout/IconVerticalSolidList"/>
    <dgm:cxn modelId="{E46AFB0F-1EE8-487E-821E-74CE9CB99117}" type="presParOf" srcId="{F2D1C9E2-B2C3-45C4-B92B-8E6E701AE20F}" destId="{2184B6EA-2AC0-4698-8583-314BFBD44AAF}" srcOrd="1" destOrd="0" presId="urn:microsoft.com/office/officeart/2018/2/layout/IconVerticalSolidList"/>
    <dgm:cxn modelId="{6E71AD31-6D6F-4A4D-9B21-A7D53C1F5537}" type="presParOf" srcId="{F2D1C9E2-B2C3-45C4-B92B-8E6E701AE20F}" destId="{FEC0FB84-8B67-4FC9-A1DF-1E2402398616}" srcOrd="2" destOrd="0" presId="urn:microsoft.com/office/officeart/2018/2/layout/IconVerticalSolidList"/>
    <dgm:cxn modelId="{375655B1-0BC9-4975-A73E-4ECE343052C0}" type="presParOf" srcId="{F2D1C9E2-B2C3-45C4-B92B-8E6E701AE20F}" destId="{0FE67930-DDC8-4962-8C44-961F993E67A3}" srcOrd="3" destOrd="0" presId="urn:microsoft.com/office/officeart/2018/2/layout/IconVerticalSolidList"/>
    <dgm:cxn modelId="{DFF4A0E5-DE03-4E01-BE6E-5D84E5EA4EDF}" type="presParOf" srcId="{1974FE2E-9FCC-4992-930A-970835A4CC43}" destId="{67B3AF8B-3C08-42D5-A013-D0E8F65BDA6E}" srcOrd="1" destOrd="0" presId="urn:microsoft.com/office/officeart/2018/2/layout/IconVerticalSolidList"/>
    <dgm:cxn modelId="{461560D8-A1B5-41B2-B8A5-A69E3102F3CF}" type="presParOf" srcId="{1974FE2E-9FCC-4992-930A-970835A4CC43}" destId="{398631AC-6755-4425-9BD6-A582F8763612}" srcOrd="2" destOrd="0" presId="urn:microsoft.com/office/officeart/2018/2/layout/IconVerticalSolidList"/>
    <dgm:cxn modelId="{9EAA108C-4B3F-4828-B0D3-A2E9FF51C2C9}" type="presParOf" srcId="{398631AC-6755-4425-9BD6-A582F8763612}" destId="{8954E000-8A6B-4EFA-9D3D-5D46D86F829E}" srcOrd="0" destOrd="0" presId="urn:microsoft.com/office/officeart/2018/2/layout/IconVerticalSolidList"/>
    <dgm:cxn modelId="{A3BC1528-6465-4728-BC53-1A7A180C7B7D}" type="presParOf" srcId="{398631AC-6755-4425-9BD6-A582F8763612}" destId="{430AD5DB-99C8-4772-8BA9-F38441A5F564}" srcOrd="1" destOrd="0" presId="urn:microsoft.com/office/officeart/2018/2/layout/IconVerticalSolidList"/>
    <dgm:cxn modelId="{8DB410E7-F1FD-468E-B2C3-69C0E6694F49}" type="presParOf" srcId="{398631AC-6755-4425-9BD6-A582F8763612}" destId="{A843A0E2-1D8C-422A-AD62-E62DF0F6DB6B}" srcOrd="2" destOrd="0" presId="urn:microsoft.com/office/officeart/2018/2/layout/IconVerticalSolidList"/>
    <dgm:cxn modelId="{39ECDF33-860A-42ED-A967-8215F83A743B}" type="presParOf" srcId="{398631AC-6755-4425-9BD6-A582F8763612}" destId="{33A0DD4D-7C7B-4C71-85A9-CE8C584907A4}" srcOrd="3" destOrd="0" presId="urn:microsoft.com/office/officeart/2018/2/layout/IconVerticalSolidList"/>
    <dgm:cxn modelId="{D8F0E5FB-92AA-461D-B63C-043E60DC20CB}" type="presParOf" srcId="{1974FE2E-9FCC-4992-930A-970835A4CC43}" destId="{D6E7D56D-18CF-4C53-AA95-B756249D652B}" srcOrd="3" destOrd="0" presId="urn:microsoft.com/office/officeart/2018/2/layout/IconVerticalSolidList"/>
    <dgm:cxn modelId="{9B43F66F-CF49-4EAA-8347-BA61F02B514A}" type="presParOf" srcId="{1974FE2E-9FCC-4992-930A-970835A4CC43}" destId="{D246EF82-1FA4-445E-8969-958455F0E2FC}" srcOrd="4" destOrd="0" presId="urn:microsoft.com/office/officeart/2018/2/layout/IconVerticalSolidList"/>
    <dgm:cxn modelId="{0DE4C10B-201C-4428-BD8C-9B781E7A4FB6}" type="presParOf" srcId="{D246EF82-1FA4-445E-8969-958455F0E2FC}" destId="{10BEE4C8-B572-4CA3-9AC2-A6F8AD1A2321}" srcOrd="0" destOrd="0" presId="urn:microsoft.com/office/officeart/2018/2/layout/IconVerticalSolidList"/>
    <dgm:cxn modelId="{983CA79C-C2CB-4790-B94C-5D14A04809B5}" type="presParOf" srcId="{D246EF82-1FA4-445E-8969-958455F0E2FC}" destId="{3D080C2E-C66D-48D0-BC8A-BAC7D1C582EE}" srcOrd="1" destOrd="0" presId="urn:microsoft.com/office/officeart/2018/2/layout/IconVerticalSolidList"/>
    <dgm:cxn modelId="{269E35B3-9CA3-4DD3-8FB1-80DF4FF68CAA}" type="presParOf" srcId="{D246EF82-1FA4-445E-8969-958455F0E2FC}" destId="{168C5BAF-544B-46DD-83DC-ABB485BEB01E}" srcOrd="2" destOrd="0" presId="urn:microsoft.com/office/officeart/2018/2/layout/IconVerticalSolidList"/>
    <dgm:cxn modelId="{DC64BD76-CFED-4186-A360-E2ECD2EF25A6}" type="presParOf" srcId="{D246EF82-1FA4-445E-8969-958455F0E2FC}" destId="{4EEEFD63-6592-4580-826F-F105F2A31091}" srcOrd="3" destOrd="0" presId="urn:microsoft.com/office/officeart/2018/2/layout/IconVerticalSolidList"/>
    <dgm:cxn modelId="{EB71D968-35A1-4AC4-9816-4C5B2BB2E1E8}" type="presParOf" srcId="{1974FE2E-9FCC-4992-930A-970835A4CC43}" destId="{AF6EEDA9-3B0F-4627-89A3-D71312553EB0}" srcOrd="5" destOrd="0" presId="urn:microsoft.com/office/officeart/2018/2/layout/IconVerticalSolidList"/>
    <dgm:cxn modelId="{CDC54384-563A-4ACA-81C9-7935257D878E}" type="presParOf" srcId="{1974FE2E-9FCC-4992-930A-970835A4CC43}" destId="{9E742A68-21AA-4FAF-BC83-F8F31799A53A}" srcOrd="6" destOrd="0" presId="urn:microsoft.com/office/officeart/2018/2/layout/IconVerticalSolidList"/>
    <dgm:cxn modelId="{33E65013-64E4-48CF-9217-01DD22E29FC2}" type="presParOf" srcId="{9E742A68-21AA-4FAF-BC83-F8F31799A53A}" destId="{EE9874B1-FCE1-495B-A9F1-0BE20B994FD8}" srcOrd="0" destOrd="0" presId="urn:microsoft.com/office/officeart/2018/2/layout/IconVerticalSolidList"/>
    <dgm:cxn modelId="{11E704F8-E3E3-438E-8A64-5E9B9652E0B7}" type="presParOf" srcId="{9E742A68-21AA-4FAF-BC83-F8F31799A53A}" destId="{F7F914CF-C04D-4EF9-96C0-659C2EA74FD3}" srcOrd="1" destOrd="0" presId="urn:microsoft.com/office/officeart/2018/2/layout/IconVerticalSolidList"/>
    <dgm:cxn modelId="{E1840EA4-0461-4067-96C1-2EEAE1682B1F}" type="presParOf" srcId="{9E742A68-21AA-4FAF-BC83-F8F31799A53A}" destId="{170E5EB2-F55C-4682-A989-60EBE015F48B}" srcOrd="2" destOrd="0" presId="urn:microsoft.com/office/officeart/2018/2/layout/IconVerticalSolidList"/>
    <dgm:cxn modelId="{BBBD713C-9E55-4D1D-B9F7-5E496241A56E}" type="presParOf" srcId="{9E742A68-21AA-4FAF-BC83-F8F31799A53A}" destId="{D49390EA-B92A-48F5-AD67-553B71AD9652}" srcOrd="3" destOrd="0" presId="urn:microsoft.com/office/officeart/2018/2/layout/IconVerticalSolidList"/>
    <dgm:cxn modelId="{F36EBD78-2A97-4190-82EE-54D1FBA0C53D}" type="presParOf" srcId="{1974FE2E-9FCC-4992-930A-970835A4CC43}" destId="{AADEB287-F719-4431-92D2-ED387DB98C80}" srcOrd="7" destOrd="0" presId="urn:microsoft.com/office/officeart/2018/2/layout/IconVerticalSolidList"/>
    <dgm:cxn modelId="{4A7D416F-2639-4AA5-86E4-E5FDBB436ECC}" type="presParOf" srcId="{1974FE2E-9FCC-4992-930A-970835A4CC43}" destId="{BF911EAB-BBE5-4F2A-A75A-4EF9DD813BCF}" srcOrd="8" destOrd="0" presId="urn:microsoft.com/office/officeart/2018/2/layout/IconVerticalSolidList"/>
    <dgm:cxn modelId="{3CF7ADB3-E63D-4E3D-A086-B00EE158AD51}" type="presParOf" srcId="{BF911EAB-BBE5-4F2A-A75A-4EF9DD813BCF}" destId="{A85928E1-DE20-408C-A094-BD387A981BBC}" srcOrd="0" destOrd="0" presId="urn:microsoft.com/office/officeart/2018/2/layout/IconVerticalSolidList"/>
    <dgm:cxn modelId="{2F094372-4491-4DFE-8619-513E7B32EF59}" type="presParOf" srcId="{BF911EAB-BBE5-4F2A-A75A-4EF9DD813BCF}" destId="{A4E841AF-F8B3-4DB4-832D-B61EC8EC2B8D}" srcOrd="1" destOrd="0" presId="urn:microsoft.com/office/officeart/2018/2/layout/IconVerticalSolidList"/>
    <dgm:cxn modelId="{3C397116-3024-420B-865D-24F9AFBB9BD0}" type="presParOf" srcId="{BF911EAB-BBE5-4F2A-A75A-4EF9DD813BCF}" destId="{E9833577-7A10-4BDB-A7D7-5BAD176B8A41}" srcOrd="2" destOrd="0" presId="urn:microsoft.com/office/officeart/2018/2/layout/IconVerticalSolidList"/>
    <dgm:cxn modelId="{C667CA91-A052-4719-A696-D03F8D628A9A}" type="presParOf" srcId="{BF911EAB-BBE5-4F2A-A75A-4EF9DD813BCF}" destId="{8BD31F8A-F230-4BDC-83D7-14A8FB5C81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4F2F8-C139-4882-8607-9B8D3DE6279C}">
      <dsp:nvSpPr>
        <dsp:cNvPr id="0" name=""/>
        <dsp:cNvSpPr/>
      </dsp:nvSpPr>
      <dsp:spPr>
        <a:xfrm>
          <a:off x="0" y="87619"/>
          <a:ext cx="4429635" cy="11969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عمر محمد عبد الحافظ حسين - 22010169</a:t>
          </a:r>
        </a:p>
      </dsp:txBody>
      <dsp:txXfrm>
        <a:off x="58428" y="146047"/>
        <a:ext cx="4312779" cy="1080053"/>
      </dsp:txXfrm>
    </dsp:sp>
    <dsp:sp modelId="{4506EFEA-39E1-4322-B5C8-74FE2A4DCC34}">
      <dsp:nvSpPr>
        <dsp:cNvPr id="0" name=""/>
        <dsp:cNvSpPr/>
      </dsp:nvSpPr>
      <dsp:spPr>
        <a:xfrm>
          <a:off x="0" y="1373809"/>
          <a:ext cx="4429635" cy="1196909"/>
        </a:xfrm>
        <a:prstGeom prst="roundRect">
          <a:avLst/>
        </a:prstGeom>
        <a:solidFill>
          <a:schemeClr val="accent2">
            <a:hueOff val="916029"/>
            <a:satOff val="-18258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سيف</a:t>
          </a:r>
          <a:r>
            <a:rPr lang="en-US" sz="3100" kern="1200" dirty="0"/>
            <a:t> </a:t>
          </a:r>
          <a:r>
            <a:rPr lang="en-US" sz="3100" kern="1200" dirty="0" err="1"/>
            <a:t>الدين</a:t>
          </a:r>
          <a:r>
            <a:rPr lang="en-US" sz="3100" kern="1200" dirty="0"/>
            <a:t> </a:t>
          </a:r>
          <a:r>
            <a:rPr lang="en-US" sz="3100" kern="1200" dirty="0" err="1"/>
            <a:t>اشرف</a:t>
          </a:r>
          <a:r>
            <a:rPr lang="en-US" sz="3100" kern="1200" dirty="0"/>
            <a:t> </a:t>
          </a:r>
          <a:r>
            <a:rPr lang="en-US" sz="3100" kern="1200" dirty="0" err="1"/>
            <a:t>سعيد</a:t>
          </a:r>
          <a:r>
            <a:rPr lang="en-US" sz="3100" kern="1200" dirty="0"/>
            <a:t> </a:t>
          </a:r>
          <a:r>
            <a:rPr lang="en-US" sz="3100" kern="1200" dirty="0" err="1"/>
            <a:t>عبدالسيد</a:t>
          </a:r>
          <a:r>
            <a:rPr lang="en-US" sz="3100" kern="1200" dirty="0"/>
            <a:t> - 20221372673</a:t>
          </a:r>
        </a:p>
      </dsp:txBody>
      <dsp:txXfrm>
        <a:off x="58428" y="1432237"/>
        <a:ext cx="4312779" cy="1080053"/>
      </dsp:txXfrm>
    </dsp:sp>
    <dsp:sp modelId="{8938E13D-5C7B-45D2-BFA3-E4C9E143F3D4}">
      <dsp:nvSpPr>
        <dsp:cNvPr id="0" name=""/>
        <dsp:cNvSpPr/>
      </dsp:nvSpPr>
      <dsp:spPr>
        <a:xfrm>
          <a:off x="0" y="2659999"/>
          <a:ext cx="4429635" cy="1196909"/>
        </a:xfrm>
        <a:prstGeom prst="roundRect">
          <a:avLst/>
        </a:prstGeom>
        <a:solidFill>
          <a:schemeClr val="accent2">
            <a:hueOff val="1832057"/>
            <a:satOff val="-36516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عبدالرحيم محمد علي رسم - 20226573600</a:t>
          </a:r>
        </a:p>
      </dsp:txBody>
      <dsp:txXfrm>
        <a:off x="58428" y="2718427"/>
        <a:ext cx="4312779" cy="1080053"/>
      </dsp:txXfrm>
    </dsp:sp>
    <dsp:sp modelId="{6E8D7FD9-4B76-4F8C-89FA-F14799F8E097}">
      <dsp:nvSpPr>
        <dsp:cNvPr id="0" name=""/>
        <dsp:cNvSpPr/>
      </dsp:nvSpPr>
      <dsp:spPr>
        <a:xfrm>
          <a:off x="0" y="3946189"/>
          <a:ext cx="4429635" cy="1196909"/>
        </a:xfrm>
        <a:prstGeom prst="roundRect">
          <a:avLst/>
        </a:prstGeom>
        <a:solidFill>
          <a:schemeClr val="accent2">
            <a:hueOff val="2748086"/>
            <a:satOff val="-54774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محمد هشام عبدالوهاب - 20191567108</a:t>
          </a:r>
        </a:p>
      </dsp:txBody>
      <dsp:txXfrm>
        <a:off x="58428" y="4004617"/>
        <a:ext cx="4312779" cy="10800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770FE-F62E-43EE-B27C-467F8558F65F}">
      <dsp:nvSpPr>
        <dsp:cNvPr id="0" name=""/>
        <dsp:cNvSpPr/>
      </dsp:nvSpPr>
      <dsp:spPr>
        <a:xfrm>
          <a:off x="258442" y="863874"/>
          <a:ext cx="806343" cy="8063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0F099-C4D9-4FC7-B0E7-356DD03E5FDC}">
      <dsp:nvSpPr>
        <dsp:cNvPr id="0" name=""/>
        <dsp:cNvSpPr/>
      </dsp:nvSpPr>
      <dsp:spPr>
        <a:xfrm>
          <a:off x="430286" y="1035718"/>
          <a:ext cx="462656" cy="462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C560-9A49-4E7B-9A93-2E3E3512C116}">
      <dsp:nvSpPr>
        <dsp:cNvPr id="0" name=""/>
        <dsp:cNvSpPr/>
      </dsp:nvSpPr>
      <dsp:spPr>
        <a:xfrm>
          <a:off x="676" y="1921374"/>
          <a:ext cx="1321874" cy="52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Track Preferences: Most popular tracks among CS students</a:t>
          </a:r>
        </a:p>
      </dsp:txBody>
      <dsp:txXfrm>
        <a:off x="676" y="1921374"/>
        <a:ext cx="1321874" cy="528750"/>
      </dsp:txXfrm>
    </dsp:sp>
    <dsp:sp modelId="{628BD658-0D35-43E7-8CF6-5D7C421E49FC}">
      <dsp:nvSpPr>
        <dsp:cNvPr id="0" name=""/>
        <dsp:cNvSpPr/>
      </dsp:nvSpPr>
      <dsp:spPr>
        <a:xfrm>
          <a:off x="1811645" y="863874"/>
          <a:ext cx="806343" cy="8063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0C934-56BE-4E12-9E8C-64E27CA3B90A}">
      <dsp:nvSpPr>
        <dsp:cNvPr id="0" name=""/>
        <dsp:cNvSpPr/>
      </dsp:nvSpPr>
      <dsp:spPr>
        <a:xfrm>
          <a:off x="1983489" y="1035718"/>
          <a:ext cx="462656" cy="462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61D45-B3B5-4886-B194-92F6AA5062EA}">
      <dsp:nvSpPr>
        <dsp:cNvPr id="0" name=""/>
        <dsp:cNvSpPr/>
      </dsp:nvSpPr>
      <dsp:spPr>
        <a:xfrm>
          <a:off x="1553880" y="1921374"/>
          <a:ext cx="1321874" cy="52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Influencing Factors: What drives specialization choices</a:t>
          </a:r>
        </a:p>
      </dsp:txBody>
      <dsp:txXfrm>
        <a:off x="1553880" y="1921374"/>
        <a:ext cx="1321874" cy="528750"/>
      </dsp:txXfrm>
    </dsp:sp>
    <dsp:sp modelId="{576061E6-D24F-4FD6-833D-9AE672D34090}">
      <dsp:nvSpPr>
        <dsp:cNvPr id="0" name=""/>
        <dsp:cNvSpPr/>
      </dsp:nvSpPr>
      <dsp:spPr>
        <a:xfrm>
          <a:off x="3364848" y="863874"/>
          <a:ext cx="806343" cy="8063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81456-7CC5-435D-910D-A34A8284E7B0}">
      <dsp:nvSpPr>
        <dsp:cNvPr id="0" name=""/>
        <dsp:cNvSpPr/>
      </dsp:nvSpPr>
      <dsp:spPr>
        <a:xfrm>
          <a:off x="3536692" y="1035718"/>
          <a:ext cx="462656" cy="4626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54CD5-18F3-4750-82D4-7F41CA623FBC}">
      <dsp:nvSpPr>
        <dsp:cNvPr id="0" name=""/>
        <dsp:cNvSpPr/>
      </dsp:nvSpPr>
      <dsp:spPr>
        <a:xfrm>
          <a:off x="3107083" y="1921374"/>
          <a:ext cx="1321874" cy="52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Career Aspirations: Alignment with chosen tracks</a:t>
          </a:r>
        </a:p>
      </dsp:txBody>
      <dsp:txXfrm>
        <a:off x="3107083" y="1921374"/>
        <a:ext cx="1321874" cy="528750"/>
      </dsp:txXfrm>
    </dsp:sp>
    <dsp:sp modelId="{C82FE636-7D1D-4E3C-A890-49A4D6FD1261}">
      <dsp:nvSpPr>
        <dsp:cNvPr id="0" name=""/>
        <dsp:cNvSpPr/>
      </dsp:nvSpPr>
      <dsp:spPr>
        <a:xfrm>
          <a:off x="1035044" y="2780593"/>
          <a:ext cx="806343" cy="8063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BBB3F-C889-4FAB-904E-74FE06E6DA5E}">
      <dsp:nvSpPr>
        <dsp:cNvPr id="0" name=""/>
        <dsp:cNvSpPr/>
      </dsp:nvSpPr>
      <dsp:spPr>
        <a:xfrm>
          <a:off x="1206887" y="2952437"/>
          <a:ext cx="462656" cy="4626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CA0BC-0EA8-4FDC-9DEE-8749906E0221}">
      <dsp:nvSpPr>
        <dsp:cNvPr id="0" name=""/>
        <dsp:cNvSpPr/>
      </dsp:nvSpPr>
      <dsp:spPr>
        <a:xfrm>
          <a:off x="777278" y="3838093"/>
          <a:ext cx="1321874" cy="52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Curriculum Alignment: Gaps between education and career needs</a:t>
          </a:r>
        </a:p>
      </dsp:txBody>
      <dsp:txXfrm>
        <a:off x="777278" y="3838093"/>
        <a:ext cx="1321874" cy="528750"/>
      </dsp:txXfrm>
    </dsp:sp>
    <dsp:sp modelId="{A0467CC1-CEEE-4881-8DBB-2E9C610FB6F8}">
      <dsp:nvSpPr>
        <dsp:cNvPr id="0" name=""/>
        <dsp:cNvSpPr/>
      </dsp:nvSpPr>
      <dsp:spPr>
        <a:xfrm>
          <a:off x="2588247" y="2780593"/>
          <a:ext cx="806343" cy="8063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CB20D-822E-4425-B2E7-5200D2C00FC3}">
      <dsp:nvSpPr>
        <dsp:cNvPr id="0" name=""/>
        <dsp:cNvSpPr/>
      </dsp:nvSpPr>
      <dsp:spPr>
        <a:xfrm>
          <a:off x="2760090" y="2952437"/>
          <a:ext cx="462656" cy="4626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DEC82-36C3-4903-B862-C0C834206260}">
      <dsp:nvSpPr>
        <dsp:cNvPr id="0" name=""/>
        <dsp:cNvSpPr/>
      </dsp:nvSpPr>
      <dsp:spPr>
        <a:xfrm>
          <a:off x="2330481" y="3838093"/>
          <a:ext cx="1321874" cy="52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Emerging Trends: Interest in fields like Quantum Computing, Blockchain</a:t>
          </a:r>
        </a:p>
      </dsp:txBody>
      <dsp:txXfrm>
        <a:off x="2330481" y="3838093"/>
        <a:ext cx="1321874" cy="528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C7398-CBAF-4139-9AE6-0FC092B9ECD8}">
      <dsp:nvSpPr>
        <dsp:cNvPr id="0" name=""/>
        <dsp:cNvSpPr/>
      </dsp:nvSpPr>
      <dsp:spPr>
        <a:xfrm>
          <a:off x="0" y="446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28D8B-3474-4EBA-950E-29053729CCF3}">
      <dsp:nvSpPr>
        <dsp:cNvPr id="0" name=""/>
        <dsp:cNvSpPr/>
      </dsp:nvSpPr>
      <dsp:spPr>
        <a:xfrm>
          <a:off x="186120" y="138883"/>
          <a:ext cx="338400" cy="338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D6995-DE57-4679-964F-10DFE08D1A56}">
      <dsp:nvSpPr>
        <dsp:cNvPr id="0" name=""/>
        <dsp:cNvSpPr/>
      </dsp:nvSpPr>
      <dsp:spPr>
        <a:xfrm>
          <a:off x="710640" y="446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Survey design with clear, unbiased questions</a:t>
          </a:r>
        </a:p>
      </dsp:txBody>
      <dsp:txXfrm>
        <a:off x="710640" y="446"/>
        <a:ext cx="3718994" cy="615273"/>
      </dsp:txXfrm>
    </dsp:sp>
    <dsp:sp modelId="{41F40F48-BB8C-489F-88C5-30EA5CAF2BAF}">
      <dsp:nvSpPr>
        <dsp:cNvPr id="0" name=""/>
        <dsp:cNvSpPr/>
      </dsp:nvSpPr>
      <dsp:spPr>
        <a:xfrm>
          <a:off x="0" y="769538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82672-2326-4FFB-B694-43F6991148AF}">
      <dsp:nvSpPr>
        <dsp:cNvPr id="0" name=""/>
        <dsp:cNvSpPr/>
      </dsp:nvSpPr>
      <dsp:spPr>
        <a:xfrm>
          <a:off x="186120" y="907975"/>
          <a:ext cx="338400" cy="338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D3117-7046-4BD7-A299-325BA8705A3B}">
      <dsp:nvSpPr>
        <dsp:cNvPr id="0" name=""/>
        <dsp:cNvSpPr/>
      </dsp:nvSpPr>
      <dsp:spPr>
        <a:xfrm>
          <a:off x="710640" y="769538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Target group identification (CS students across years)</a:t>
          </a:r>
        </a:p>
      </dsp:txBody>
      <dsp:txXfrm>
        <a:off x="710640" y="769538"/>
        <a:ext cx="3718994" cy="615273"/>
      </dsp:txXfrm>
    </dsp:sp>
    <dsp:sp modelId="{11F961A3-8D7A-44A2-A2CF-22BE3945BD08}">
      <dsp:nvSpPr>
        <dsp:cNvPr id="0" name=""/>
        <dsp:cNvSpPr/>
      </dsp:nvSpPr>
      <dsp:spPr>
        <a:xfrm>
          <a:off x="0" y="1538630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5AC9C-18B3-43B4-AC56-E1F866AA1246}">
      <dsp:nvSpPr>
        <dsp:cNvPr id="0" name=""/>
        <dsp:cNvSpPr/>
      </dsp:nvSpPr>
      <dsp:spPr>
        <a:xfrm>
          <a:off x="186120" y="1677067"/>
          <a:ext cx="338400" cy="338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C9451-5393-407B-ADB8-75B839A6850A}">
      <dsp:nvSpPr>
        <dsp:cNvPr id="0" name=""/>
        <dsp:cNvSpPr/>
      </dsp:nvSpPr>
      <dsp:spPr>
        <a:xfrm>
          <a:off x="710640" y="1538630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Distribution through multiple channels (social media)</a:t>
          </a:r>
        </a:p>
      </dsp:txBody>
      <dsp:txXfrm>
        <a:off x="710640" y="1538630"/>
        <a:ext cx="3718994" cy="615273"/>
      </dsp:txXfrm>
    </dsp:sp>
    <dsp:sp modelId="{D8F5D785-B21C-46DD-9300-B8808E28AE4C}">
      <dsp:nvSpPr>
        <dsp:cNvPr id="0" name=""/>
        <dsp:cNvSpPr/>
      </dsp:nvSpPr>
      <dsp:spPr>
        <a:xfrm>
          <a:off x="0" y="2307722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DE3B0-8B27-4EAF-81DE-7F3A57E59CE0}">
      <dsp:nvSpPr>
        <dsp:cNvPr id="0" name=""/>
        <dsp:cNvSpPr/>
      </dsp:nvSpPr>
      <dsp:spPr>
        <a:xfrm>
          <a:off x="186120" y="2446158"/>
          <a:ext cx="338400" cy="3384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E1144-A926-4E07-A8BA-AAAF9D8F67F5}">
      <dsp:nvSpPr>
        <dsp:cNvPr id="0" name=""/>
        <dsp:cNvSpPr/>
      </dsp:nvSpPr>
      <dsp:spPr>
        <a:xfrm>
          <a:off x="710640" y="2307722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Repeated reminders to non-respondents</a:t>
          </a:r>
        </a:p>
      </dsp:txBody>
      <dsp:txXfrm>
        <a:off x="710640" y="2307722"/>
        <a:ext cx="3718994" cy="615273"/>
      </dsp:txXfrm>
    </dsp:sp>
    <dsp:sp modelId="{5F05EF10-6E42-4C0B-8E05-568EC26C4225}">
      <dsp:nvSpPr>
        <dsp:cNvPr id="0" name=""/>
        <dsp:cNvSpPr/>
      </dsp:nvSpPr>
      <dsp:spPr>
        <a:xfrm>
          <a:off x="0" y="3076814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B480D-E0CC-4696-ADFD-4D5A9578AFC6}">
      <dsp:nvSpPr>
        <dsp:cNvPr id="0" name=""/>
        <dsp:cNvSpPr/>
      </dsp:nvSpPr>
      <dsp:spPr>
        <a:xfrm>
          <a:off x="186120" y="3215250"/>
          <a:ext cx="338400" cy="3384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5888C-E6FC-42AE-B0F9-B6E70D696C3A}">
      <dsp:nvSpPr>
        <dsp:cNvPr id="0" name=""/>
        <dsp:cNvSpPr/>
      </dsp:nvSpPr>
      <dsp:spPr>
        <a:xfrm>
          <a:off x="710640" y="3076814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Real-time monitoring of responses</a:t>
          </a:r>
        </a:p>
      </dsp:txBody>
      <dsp:txXfrm>
        <a:off x="710640" y="3076814"/>
        <a:ext cx="3718994" cy="615273"/>
      </dsp:txXfrm>
    </dsp:sp>
    <dsp:sp modelId="{D40B4BCA-A776-4645-96EC-6F7C18CA433B}">
      <dsp:nvSpPr>
        <dsp:cNvPr id="0" name=""/>
        <dsp:cNvSpPr/>
      </dsp:nvSpPr>
      <dsp:spPr>
        <a:xfrm>
          <a:off x="0" y="3845905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BAC472-BC1A-4676-933B-8D10E2379F83}">
      <dsp:nvSpPr>
        <dsp:cNvPr id="0" name=""/>
        <dsp:cNvSpPr/>
      </dsp:nvSpPr>
      <dsp:spPr>
        <a:xfrm>
          <a:off x="186120" y="3984342"/>
          <a:ext cx="338400" cy="3384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C8389-ABA0-4A18-B36D-272E3EDA89CD}">
      <dsp:nvSpPr>
        <dsp:cNvPr id="0" name=""/>
        <dsp:cNvSpPr/>
      </dsp:nvSpPr>
      <dsp:spPr>
        <a:xfrm>
          <a:off x="710640" y="3845905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quality control and cleaning</a:t>
          </a:r>
        </a:p>
      </dsp:txBody>
      <dsp:txXfrm>
        <a:off x="710640" y="3845905"/>
        <a:ext cx="3718994" cy="615273"/>
      </dsp:txXfrm>
    </dsp:sp>
    <dsp:sp modelId="{3057E380-CD20-4C99-AC36-07E3557B4D98}">
      <dsp:nvSpPr>
        <dsp:cNvPr id="0" name=""/>
        <dsp:cNvSpPr/>
      </dsp:nvSpPr>
      <dsp:spPr>
        <a:xfrm>
          <a:off x="0" y="4614997"/>
          <a:ext cx="4429635" cy="615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1772B-E2FE-4689-BC5D-AB14D0112555}">
      <dsp:nvSpPr>
        <dsp:cNvPr id="0" name=""/>
        <dsp:cNvSpPr/>
      </dsp:nvSpPr>
      <dsp:spPr>
        <a:xfrm>
          <a:off x="186120" y="4753434"/>
          <a:ext cx="338400" cy="3384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F2D5B-E2A2-4733-8A0A-C0BFA8458D03}">
      <dsp:nvSpPr>
        <dsp:cNvPr id="0" name=""/>
        <dsp:cNvSpPr/>
      </dsp:nvSpPr>
      <dsp:spPr>
        <a:xfrm>
          <a:off x="710640" y="4614997"/>
          <a:ext cx="3718994" cy="615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16" tIns="65116" rIns="65116" bIns="651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Minimum target of 200+ responses achieved</a:t>
          </a:r>
        </a:p>
      </dsp:txBody>
      <dsp:txXfrm>
        <a:off x="710640" y="4614997"/>
        <a:ext cx="3718994" cy="6152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31B11-33F3-4022-B974-07BA14A60690}">
      <dsp:nvSpPr>
        <dsp:cNvPr id="0" name=""/>
        <dsp:cNvSpPr/>
      </dsp:nvSpPr>
      <dsp:spPr>
        <a:xfrm>
          <a:off x="0" y="1692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6976B-04B3-4B61-A360-A9473A3F4EAD}">
      <dsp:nvSpPr>
        <dsp:cNvPr id="0" name=""/>
        <dsp:cNvSpPr/>
      </dsp:nvSpPr>
      <dsp:spPr>
        <a:xfrm>
          <a:off x="218105" y="163919"/>
          <a:ext cx="396556" cy="396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1E338-4C53-4289-8506-2A1FCDAF2A6B}">
      <dsp:nvSpPr>
        <dsp:cNvPr id="0" name=""/>
        <dsp:cNvSpPr/>
      </dsp:nvSpPr>
      <dsp:spPr>
        <a:xfrm>
          <a:off x="832768" y="1692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Science: 104 (42%) - Most popular</a:t>
          </a:r>
        </a:p>
      </dsp:txBody>
      <dsp:txXfrm>
        <a:off x="832768" y="1692"/>
        <a:ext cx="3596866" cy="721011"/>
      </dsp:txXfrm>
    </dsp:sp>
    <dsp:sp modelId="{AB8C6FA4-D12B-4B53-B067-C4A38C2075C6}">
      <dsp:nvSpPr>
        <dsp:cNvPr id="0" name=""/>
        <dsp:cNvSpPr/>
      </dsp:nvSpPr>
      <dsp:spPr>
        <a:xfrm>
          <a:off x="0" y="902956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FFF11-D95B-4A22-B264-D9C9B52F5594}">
      <dsp:nvSpPr>
        <dsp:cNvPr id="0" name=""/>
        <dsp:cNvSpPr/>
      </dsp:nvSpPr>
      <dsp:spPr>
        <a:xfrm>
          <a:off x="218105" y="1065184"/>
          <a:ext cx="396556" cy="396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C021F-EC15-4891-A15D-218FD90901CB}">
      <dsp:nvSpPr>
        <dsp:cNvPr id="0" name=""/>
        <dsp:cNvSpPr/>
      </dsp:nvSpPr>
      <dsp:spPr>
        <a:xfrm>
          <a:off x="832768" y="902956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Web Development: 65 (26%)</a:t>
          </a:r>
        </a:p>
      </dsp:txBody>
      <dsp:txXfrm>
        <a:off x="832768" y="902956"/>
        <a:ext cx="3596866" cy="721011"/>
      </dsp:txXfrm>
    </dsp:sp>
    <dsp:sp modelId="{2D8148E5-E94E-42D8-8BF0-61CD213D1CDF}">
      <dsp:nvSpPr>
        <dsp:cNvPr id="0" name=""/>
        <dsp:cNvSpPr/>
      </dsp:nvSpPr>
      <dsp:spPr>
        <a:xfrm>
          <a:off x="0" y="1804220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F3178-20FA-43D8-BF3F-696C4503FFE3}">
      <dsp:nvSpPr>
        <dsp:cNvPr id="0" name=""/>
        <dsp:cNvSpPr/>
      </dsp:nvSpPr>
      <dsp:spPr>
        <a:xfrm>
          <a:off x="218105" y="1966448"/>
          <a:ext cx="396556" cy="396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6CD99-FEE8-44C2-834E-ED1104A35CDF}">
      <dsp:nvSpPr>
        <dsp:cNvPr id="0" name=""/>
        <dsp:cNvSpPr/>
      </dsp:nvSpPr>
      <dsp:spPr>
        <a:xfrm>
          <a:off x="832768" y="1804220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AI: 35 (14%)</a:t>
          </a:r>
        </a:p>
      </dsp:txBody>
      <dsp:txXfrm>
        <a:off x="832768" y="1804220"/>
        <a:ext cx="3596866" cy="721011"/>
      </dsp:txXfrm>
    </dsp:sp>
    <dsp:sp modelId="{AEAD248F-69B5-4664-8DBA-6277229B260D}">
      <dsp:nvSpPr>
        <dsp:cNvPr id="0" name=""/>
        <dsp:cNvSpPr/>
      </dsp:nvSpPr>
      <dsp:spPr>
        <a:xfrm>
          <a:off x="0" y="2705485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32394-57B6-4CF3-9331-4F5AB961CB84}">
      <dsp:nvSpPr>
        <dsp:cNvPr id="0" name=""/>
        <dsp:cNvSpPr/>
      </dsp:nvSpPr>
      <dsp:spPr>
        <a:xfrm>
          <a:off x="218105" y="2867713"/>
          <a:ext cx="396556" cy="396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27153-8519-48F8-96B9-A60757BDA927}">
      <dsp:nvSpPr>
        <dsp:cNvPr id="0" name=""/>
        <dsp:cNvSpPr/>
      </dsp:nvSpPr>
      <dsp:spPr>
        <a:xfrm>
          <a:off x="832768" y="2705485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Cybersecurity: 22 (9%)</a:t>
          </a:r>
        </a:p>
      </dsp:txBody>
      <dsp:txXfrm>
        <a:off x="832768" y="2705485"/>
        <a:ext cx="3596866" cy="721011"/>
      </dsp:txXfrm>
    </dsp:sp>
    <dsp:sp modelId="{FFC73F36-AD94-4BEA-AD7A-1DCD8038EB38}">
      <dsp:nvSpPr>
        <dsp:cNvPr id="0" name=""/>
        <dsp:cNvSpPr/>
      </dsp:nvSpPr>
      <dsp:spPr>
        <a:xfrm>
          <a:off x="0" y="3606749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11720-BB60-454A-8C08-9C293FBD136E}">
      <dsp:nvSpPr>
        <dsp:cNvPr id="0" name=""/>
        <dsp:cNvSpPr/>
      </dsp:nvSpPr>
      <dsp:spPr>
        <a:xfrm>
          <a:off x="218105" y="3768977"/>
          <a:ext cx="396556" cy="396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3D173-6AEF-435E-BB48-DBADB44333C1}">
      <dsp:nvSpPr>
        <dsp:cNvPr id="0" name=""/>
        <dsp:cNvSpPr/>
      </dsp:nvSpPr>
      <dsp:spPr>
        <a:xfrm>
          <a:off x="832768" y="3606749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Mobile Development: 22 (9%)</a:t>
          </a:r>
        </a:p>
      </dsp:txBody>
      <dsp:txXfrm>
        <a:off x="832768" y="3606749"/>
        <a:ext cx="3596866" cy="721011"/>
      </dsp:txXfrm>
    </dsp:sp>
    <dsp:sp modelId="{C6F4D0F1-B1D8-49A9-B6DA-492F334CF78C}">
      <dsp:nvSpPr>
        <dsp:cNvPr id="0" name=""/>
        <dsp:cNvSpPr/>
      </dsp:nvSpPr>
      <dsp:spPr>
        <a:xfrm>
          <a:off x="0" y="4508014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A2AF2-A1AA-4B48-911F-72A8963C28C1}">
      <dsp:nvSpPr>
        <dsp:cNvPr id="0" name=""/>
        <dsp:cNvSpPr/>
      </dsp:nvSpPr>
      <dsp:spPr>
        <a:xfrm>
          <a:off x="218105" y="4670241"/>
          <a:ext cx="396556" cy="3965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94175-AEC4-495B-B900-2880D39D4B07}">
      <dsp:nvSpPr>
        <dsp:cNvPr id="0" name=""/>
        <dsp:cNvSpPr/>
      </dsp:nvSpPr>
      <dsp:spPr>
        <a:xfrm>
          <a:off x="832768" y="4508014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Industry demand drives preferences</a:t>
          </a:r>
        </a:p>
      </dsp:txBody>
      <dsp:txXfrm>
        <a:off x="832768" y="4508014"/>
        <a:ext cx="3596866" cy="7210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1E185-EE58-429F-B45D-0CEC019B0D69}">
      <dsp:nvSpPr>
        <dsp:cNvPr id="0" name=""/>
        <dsp:cNvSpPr/>
      </dsp:nvSpPr>
      <dsp:spPr>
        <a:xfrm>
          <a:off x="0" y="1692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3D94E-3C67-450E-83EF-177C5E97B0BC}">
      <dsp:nvSpPr>
        <dsp:cNvPr id="0" name=""/>
        <dsp:cNvSpPr/>
      </dsp:nvSpPr>
      <dsp:spPr>
        <a:xfrm>
          <a:off x="218105" y="163919"/>
          <a:ext cx="396556" cy="396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17134-3D17-4B78-9158-64E2EE984040}">
      <dsp:nvSpPr>
        <dsp:cNvPr id="0" name=""/>
        <dsp:cNvSpPr/>
      </dsp:nvSpPr>
      <dsp:spPr>
        <a:xfrm>
          <a:off x="832768" y="1692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Personal Interest: 146 (58%) - Primary factor</a:t>
          </a:r>
        </a:p>
      </dsp:txBody>
      <dsp:txXfrm>
        <a:off x="832768" y="1692"/>
        <a:ext cx="3596866" cy="721011"/>
      </dsp:txXfrm>
    </dsp:sp>
    <dsp:sp modelId="{E126368E-95F6-416D-9DCB-BC3AAF929595}">
      <dsp:nvSpPr>
        <dsp:cNvPr id="0" name=""/>
        <dsp:cNvSpPr/>
      </dsp:nvSpPr>
      <dsp:spPr>
        <a:xfrm>
          <a:off x="0" y="902956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E7664-E428-4B7E-875D-9FED57AE699D}">
      <dsp:nvSpPr>
        <dsp:cNvPr id="0" name=""/>
        <dsp:cNvSpPr/>
      </dsp:nvSpPr>
      <dsp:spPr>
        <a:xfrm>
          <a:off x="218105" y="1065184"/>
          <a:ext cx="396556" cy="396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0571E-4440-403F-BA14-CA3E8D718E21}">
      <dsp:nvSpPr>
        <dsp:cNvPr id="0" name=""/>
        <dsp:cNvSpPr/>
      </dsp:nvSpPr>
      <dsp:spPr>
        <a:xfrm>
          <a:off x="832768" y="902956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Market Demand: 53 (21%)</a:t>
          </a:r>
        </a:p>
      </dsp:txBody>
      <dsp:txXfrm>
        <a:off x="832768" y="902956"/>
        <a:ext cx="3596866" cy="721011"/>
      </dsp:txXfrm>
    </dsp:sp>
    <dsp:sp modelId="{0AF2C7B8-1F4E-44ED-9F51-EB0E11AFC5F2}">
      <dsp:nvSpPr>
        <dsp:cNvPr id="0" name=""/>
        <dsp:cNvSpPr/>
      </dsp:nvSpPr>
      <dsp:spPr>
        <a:xfrm>
          <a:off x="0" y="1804220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35131-5836-43DA-9B9A-5211E4A83BED}">
      <dsp:nvSpPr>
        <dsp:cNvPr id="0" name=""/>
        <dsp:cNvSpPr/>
      </dsp:nvSpPr>
      <dsp:spPr>
        <a:xfrm>
          <a:off x="218105" y="1966448"/>
          <a:ext cx="396556" cy="396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48CF4-34A2-4BFF-9971-189BF0368A00}">
      <dsp:nvSpPr>
        <dsp:cNvPr id="0" name=""/>
        <dsp:cNvSpPr/>
      </dsp:nvSpPr>
      <dsp:spPr>
        <a:xfrm>
          <a:off x="832768" y="1804220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Salary Prospects: 30 (12%)</a:t>
          </a:r>
        </a:p>
      </dsp:txBody>
      <dsp:txXfrm>
        <a:off x="832768" y="1804220"/>
        <a:ext cx="3596866" cy="721011"/>
      </dsp:txXfrm>
    </dsp:sp>
    <dsp:sp modelId="{A5C59496-D07C-4237-98C1-C228B2C5B634}">
      <dsp:nvSpPr>
        <dsp:cNvPr id="0" name=""/>
        <dsp:cNvSpPr/>
      </dsp:nvSpPr>
      <dsp:spPr>
        <a:xfrm>
          <a:off x="0" y="2705485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185C7-47C5-4173-998D-3E6A18745E1F}">
      <dsp:nvSpPr>
        <dsp:cNvPr id="0" name=""/>
        <dsp:cNvSpPr/>
      </dsp:nvSpPr>
      <dsp:spPr>
        <a:xfrm>
          <a:off x="218105" y="2867713"/>
          <a:ext cx="396556" cy="396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EB34D-6D37-4B5A-ACA7-1D9CFB2668BD}">
      <dsp:nvSpPr>
        <dsp:cNvPr id="0" name=""/>
        <dsp:cNvSpPr/>
      </dsp:nvSpPr>
      <dsp:spPr>
        <a:xfrm>
          <a:off x="832768" y="2705485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Flexibility: 20 (8%)</a:t>
          </a:r>
        </a:p>
      </dsp:txBody>
      <dsp:txXfrm>
        <a:off x="832768" y="2705485"/>
        <a:ext cx="3596866" cy="721011"/>
      </dsp:txXfrm>
    </dsp:sp>
    <dsp:sp modelId="{FE6B36D6-4574-4A47-BA10-E78DFEE47EC9}">
      <dsp:nvSpPr>
        <dsp:cNvPr id="0" name=""/>
        <dsp:cNvSpPr/>
      </dsp:nvSpPr>
      <dsp:spPr>
        <a:xfrm>
          <a:off x="0" y="3606749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19A9E-9C31-433D-9E0F-18A22178A8E0}">
      <dsp:nvSpPr>
        <dsp:cNvPr id="0" name=""/>
        <dsp:cNvSpPr/>
      </dsp:nvSpPr>
      <dsp:spPr>
        <a:xfrm>
          <a:off x="218105" y="3768977"/>
          <a:ext cx="396556" cy="396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7E6E6-F45A-401D-89C9-2ECA586519DC}">
      <dsp:nvSpPr>
        <dsp:cNvPr id="0" name=""/>
        <dsp:cNvSpPr/>
      </dsp:nvSpPr>
      <dsp:spPr>
        <a:xfrm>
          <a:off x="832768" y="3606749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Passion dominates but practical concerns present</a:t>
          </a:r>
        </a:p>
      </dsp:txBody>
      <dsp:txXfrm>
        <a:off x="832768" y="3606749"/>
        <a:ext cx="3596866" cy="721011"/>
      </dsp:txXfrm>
    </dsp:sp>
    <dsp:sp modelId="{A144E1C3-C975-4B4E-A6BF-D576E4B905B1}">
      <dsp:nvSpPr>
        <dsp:cNvPr id="0" name=""/>
        <dsp:cNvSpPr/>
      </dsp:nvSpPr>
      <dsp:spPr>
        <a:xfrm>
          <a:off x="0" y="4508014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7E79F-E71C-4849-BF8A-7C71986950B1}">
      <dsp:nvSpPr>
        <dsp:cNvPr id="0" name=""/>
        <dsp:cNvSpPr/>
      </dsp:nvSpPr>
      <dsp:spPr>
        <a:xfrm>
          <a:off x="218105" y="4670241"/>
          <a:ext cx="396556" cy="3965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E8D11D-AE5A-4B62-B208-149057831593}">
      <dsp:nvSpPr>
        <dsp:cNvPr id="0" name=""/>
        <dsp:cNvSpPr/>
      </dsp:nvSpPr>
      <dsp:spPr>
        <a:xfrm>
          <a:off x="832768" y="4508014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Money not primary motivator for most</a:t>
          </a:r>
        </a:p>
      </dsp:txBody>
      <dsp:txXfrm>
        <a:off x="832768" y="4508014"/>
        <a:ext cx="3596866" cy="7210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F1ACA-DA02-4B59-8B87-F87546194E2D}">
      <dsp:nvSpPr>
        <dsp:cNvPr id="0" name=""/>
        <dsp:cNvSpPr/>
      </dsp:nvSpPr>
      <dsp:spPr>
        <a:xfrm>
          <a:off x="0" y="2170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D0ECF9-BCC0-4B59-99C2-87223DB06CA3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6FE1A-E600-4EB4-8878-C526ED495B10}">
      <dsp:nvSpPr>
        <dsp:cNvPr id="0" name=""/>
        <dsp:cNvSpPr/>
      </dsp:nvSpPr>
      <dsp:spPr>
        <a:xfrm>
          <a:off x="1270834" y="2170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Industry Demand: 174 (70%) rate as High importance</a:t>
          </a:r>
        </a:p>
      </dsp:txBody>
      <dsp:txXfrm>
        <a:off x="1270834" y="2170"/>
        <a:ext cx="3158800" cy="1100289"/>
      </dsp:txXfrm>
    </dsp:sp>
    <dsp:sp modelId="{8487BC41-BBA0-4255-9C6F-B444007F4DA8}">
      <dsp:nvSpPr>
        <dsp:cNvPr id="0" name=""/>
        <dsp:cNvSpPr/>
      </dsp:nvSpPr>
      <dsp:spPr>
        <a:xfrm>
          <a:off x="0" y="1377533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A0BEA-A97F-4024-86E5-07A4D43DB525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C3B99-8CD0-4A09-A32D-CBCE7198FF9C}">
      <dsp:nvSpPr>
        <dsp:cNvPr id="0" name=""/>
        <dsp:cNvSpPr/>
      </dsp:nvSpPr>
      <dsp:spPr>
        <a:xfrm>
          <a:off x="1270834" y="1377533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Salary: 149 (60%) rate as High importance</a:t>
          </a:r>
        </a:p>
      </dsp:txBody>
      <dsp:txXfrm>
        <a:off x="1270834" y="1377533"/>
        <a:ext cx="3158800" cy="1100289"/>
      </dsp:txXfrm>
    </dsp:sp>
    <dsp:sp modelId="{EA6B7E69-B652-4D20-9804-D2D64E7E8F30}">
      <dsp:nvSpPr>
        <dsp:cNvPr id="0" name=""/>
        <dsp:cNvSpPr/>
      </dsp:nvSpPr>
      <dsp:spPr>
        <a:xfrm>
          <a:off x="0" y="2752895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CF827-CB3F-44D3-BA64-BF204E6765DC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5659C-4E5E-4025-9C55-E4448DD3D1DA}">
      <dsp:nvSpPr>
        <dsp:cNvPr id="0" name=""/>
        <dsp:cNvSpPr/>
      </dsp:nvSpPr>
      <dsp:spPr>
        <a:xfrm>
          <a:off x="1270834" y="2752895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Students demonstrate market awareness</a:t>
          </a:r>
        </a:p>
      </dsp:txBody>
      <dsp:txXfrm>
        <a:off x="1270834" y="2752895"/>
        <a:ext cx="3158800" cy="1100289"/>
      </dsp:txXfrm>
    </dsp:sp>
    <dsp:sp modelId="{D0D5832D-6174-41B2-BE25-168BA63AFE33}">
      <dsp:nvSpPr>
        <dsp:cNvPr id="0" name=""/>
        <dsp:cNvSpPr/>
      </dsp:nvSpPr>
      <dsp:spPr>
        <a:xfrm>
          <a:off x="0" y="4128257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8F9C7A-1B41-402E-8BE7-B6D3261FD1A8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CF48B-9206-4E6D-985A-B718E4F9F89C}">
      <dsp:nvSpPr>
        <dsp:cNvPr id="0" name=""/>
        <dsp:cNvSpPr/>
      </dsp:nvSpPr>
      <dsp:spPr>
        <a:xfrm>
          <a:off x="1270834" y="4128257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41.6% prioritize both demand and salary</a:t>
          </a:r>
        </a:p>
      </dsp:txBody>
      <dsp:txXfrm>
        <a:off x="1270834" y="4128257"/>
        <a:ext cx="3158800" cy="11002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99EB0-0124-4C2B-9044-018CF18C16ED}">
      <dsp:nvSpPr>
        <dsp:cNvPr id="0" name=""/>
        <dsp:cNvSpPr/>
      </dsp:nvSpPr>
      <dsp:spPr>
        <a:xfrm>
          <a:off x="0" y="1546"/>
          <a:ext cx="7543800" cy="7836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4513F-8193-49E6-B854-198B80B8B1E1}">
      <dsp:nvSpPr>
        <dsp:cNvPr id="0" name=""/>
        <dsp:cNvSpPr/>
      </dsp:nvSpPr>
      <dsp:spPr>
        <a:xfrm>
          <a:off x="237065" y="177876"/>
          <a:ext cx="431028" cy="431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D16E8-CBAF-4025-A89B-4D31EC62CB9E}">
      <dsp:nvSpPr>
        <dsp:cNvPr id="0" name=""/>
        <dsp:cNvSpPr/>
      </dsp:nvSpPr>
      <dsp:spPr>
        <a:xfrm>
          <a:off x="905159" y="1546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 Confidence ↔ Interview Prep (r=0.753)</a:t>
          </a:r>
        </a:p>
      </dsp:txBody>
      <dsp:txXfrm>
        <a:off x="905159" y="1546"/>
        <a:ext cx="6638640" cy="783688"/>
      </dsp:txXfrm>
    </dsp:sp>
    <dsp:sp modelId="{11F0B3AB-766C-4546-876D-46231E1E06E6}">
      <dsp:nvSpPr>
        <dsp:cNvPr id="0" name=""/>
        <dsp:cNvSpPr/>
      </dsp:nvSpPr>
      <dsp:spPr>
        <a:xfrm>
          <a:off x="0" y="981156"/>
          <a:ext cx="7543800" cy="7836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2F1AE-D5A4-467C-960E-F3D2C1E113C3}">
      <dsp:nvSpPr>
        <dsp:cNvPr id="0" name=""/>
        <dsp:cNvSpPr/>
      </dsp:nvSpPr>
      <dsp:spPr>
        <a:xfrm>
          <a:off x="237065" y="1157486"/>
          <a:ext cx="431028" cy="431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7BAE7-B918-4E32-A43C-836325F4D1B8}">
      <dsp:nvSpPr>
        <dsp:cNvPr id="0" name=""/>
        <dsp:cNvSpPr/>
      </dsp:nvSpPr>
      <dsp:spPr>
        <a:xfrm>
          <a:off x="905159" y="981156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Self-Learning ↔ Certification Value (r=0.653)</a:t>
          </a:r>
        </a:p>
      </dsp:txBody>
      <dsp:txXfrm>
        <a:off x="905159" y="981156"/>
        <a:ext cx="6638640" cy="783688"/>
      </dsp:txXfrm>
    </dsp:sp>
    <dsp:sp modelId="{65835A63-C9A4-4FD0-958B-9ECD6B15A55C}">
      <dsp:nvSpPr>
        <dsp:cNvPr id="0" name=""/>
        <dsp:cNvSpPr/>
      </dsp:nvSpPr>
      <dsp:spPr>
        <a:xfrm>
          <a:off x="0" y="1960767"/>
          <a:ext cx="7543800" cy="7836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1EFE1-8A67-4F8C-8CAA-44F5F01C1961}">
      <dsp:nvSpPr>
        <dsp:cNvPr id="0" name=""/>
        <dsp:cNvSpPr/>
      </dsp:nvSpPr>
      <dsp:spPr>
        <a:xfrm>
          <a:off x="237065" y="2137096"/>
          <a:ext cx="431028" cy="4310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9FFCF-B1EA-4E25-9CB4-D30745767DE0}">
      <dsp:nvSpPr>
        <dsp:cNvPr id="0" name=""/>
        <dsp:cNvSpPr/>
      </dsp:nvSpPr>
      <dsp:spPr>
        <a:xfrm>
          <a:off x="905159" y="1960767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Students with clearer goals show better interview readiness</a:t>
          </a:r>
        </a:p>
      </dsp:txBody>
      <dsp:txXfrm>
        <a:off x="905159" y="1960767"/>
        <a:ext cx="6638640" cy="783688"/>
      </dsp:txXfrm>
    </dsp:sp>
    <dsp:sp modelId="{051CEF50-3AE6-404F-A247-DD32F3C7437A}">
      <dsp:nvSpPr>
        <dsp:cNvPr id="0" name=""/>
        <dsp:cNvSpPr/>
      </dsp:nvSpPr>
      <dsp:spPr>
        <a:xfrm>
          <a:off x="0" y="2940377"/>
          <a:ext cx="7543800" cy="7836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3F385-233E-401C-BB89-FD9617D544BF}">
      <dsp:nvSpPr>
        <dsp:cNvPr id="0" name=""/>
        <dsp:cNvSpPr/>
      </dsp:nvSpPr>
      <dsp:spPr>
        <a:xfrm>
          <a:off x="237065" y="3116707"/>
          <a:ext cx="431028" cy="4310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A9429-D975-45BD-A8D3-0BE56C3216FD}">
      <dsp:nvSpPr>
        <dsp:cNvPr id="0" name=""/>
        <dsp:cNvSpPr/>
      </dsp:nvSpPr>
      <dsp:spPr>
        <a:xfrm>
          <a:off x="905159" y="2940377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Autonomous learners prioritize certifications more</a:t>
          </a:r>
        </a:p>
      </dsp:txBody>
      <dsp:txXfrm>
        <a:off x="905159" y="2940377"/>
        <a:ext cx="6638640" cy="7836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18C6E-6FD4-4BA3-8BB5-1A582278373E}">
      <dsp:nvSpPr>
        <dsp:cNvPr id="0" name=""/>
        <dsp:cNvSpPr/>
      </dsp:nvSpPr>
      <dsp:spPr>
        <a:xfrm>
          <a:off x="0" y="1546"/>
          <a:ext cx="7543800" cy="7836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AD97D-4E61-4116-8164-AC5E8DAA994F}">
      <dsp:nvSpPr>
        <dsp:cNvPr id="0" name=""/>
        <dsp:cNvSpPr/>
      </dsp:nvSpPr>
      <dsp:spPr>
        <a:xfrm>
          <a:off x="237065" y="177876"/>
          <a:ext cx="431028" cy="431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0D0C6-D1D5-4B3F-A5CF-DD36DD320EF9}">
      <dsp:nvSpPr>
        <dsp:cNvPr id="0" name=""/>
        <dsp:cNvSpPr/>
      </dsp:nvSpPr>
      <dsp:spPr>
        <a:xfrm>
          <a:off x="905159" y="1546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Chi2 Statistic: 80.40</a:t>
          </a:r>
        </a:p>
      </dsp:txBody>
      <dsp:txXfrm>
        <a:off x="905159" y="1546"/>
        <a:ext cx="6638640" cy="783688"/>
      </dsp:txXfrm>
    </dsp:sp>
    <dsp:sp modelId="{AEAD1C05-3CE7-4E1E-99DE-DAE0D0FC9CA2}">
      <dsp:nvSpPr>
        <dsp:cNvPr id="0" name=""/>
        <dsp:cNvSpPr/>
      </dsp:nvSpPr>
      <dsp:spPr>
        <a:xfrm>
          <a:off x="0" y="981156"/>
          <a:ext cx="7543800" cy="7836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C3A38E-9BD7-4FC6-AD14-EE4984A7CF7A}">
      <dsp:nvSpPr>
        <dsp:cNvPr id="0" name=""/>
        <dsp:cNvSpPr/>
      </dsp:nvSpPr>
      <dsp:spPr>
        <a:xfrm>
          <a:off x="237065" y="1157486"/>
          <a:ext cx="431028" cy="431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17E0B-C267-4211-94D6-B5930A0906F3}">
      <dsp:nvSpPr>
        <dsp:cNvPr id="0" name=""/>
        <dsp:cNvSpPr/>
      </dsp:nvSpPr>
      <dsp:spPr>
        <a:xfrm>
          <a:off x="905159" y="981156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P-Value: &lt; 0.05</a:t>
          </a:r>
        </a:p>
      </dsp:txBody>
      <dsp:txXfrm>
        <a:off x="905159" y="981156"/>
        <a:ext cx="6638640" cy="783688"/>
      </dsp:txXfrm>
    </dsp:sp>
    <dsp:sp modelId="{81D713C4-8E48-4E7D-8F13-3109E33D3DE8}">
      <dsp:nvSpPr>
        <dsp:cNvPr id="0" name=""/>
        <dsp:cNvSpPr/>
      </dsp:nvSpPr>
      <dsp:spPr>
        <a:xfrm>
          <a:off x="0" y="1960767"/>
          <a:ext cx="7543800" cy="7836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784FC-3728-4481-BD19-8018C76A61D8}">
      <dsp:nvSpPr>
        <dsp:cNvPr id="0" name=""/>
        <dsp:cNvSpPr/>
      </dsp:nvSpPr>
      <dsp:spPr>
        <a:xfrm>
          <a:off x="237065" y="2137096"/>
          <a:ext cx="431028" cy="4310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5A866-B4CC-4E95-9822-644A26E6E534}">
      <dsp:nvSpPr>
        <dsp:cNvPr id="0" name=""/>
        <dsp:cNvSpPr/>
      </dsp:nvSpPr>
      <dsp:spPr>
        <a:xfrm>
          <a:off x="905159" y="1960767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Conclusion: Strong evidence of association</a:t>
          </a:r>
        </a:p>
      </dsp:txBody>
      <dsp:txXfrm>
        <a:off x="905159" y="1960767"/>
        <a:ext cx="6638640" cy="783688"/>
      </dsp:txXfrm>
    </dsp:sp>
    <dsp:sp modelId="{ED193EB0-6810-4416-88CC-CA02273E30EB}">
      <dsp:nvSpPr>
        <dsp:cNvPr id="0" name=""/>
        <dsp:cNvSpPr/>
      </dsp:nvSpPr>
      <dsp:spPr>
        <a:xfrm>
          <a:off x="0" y="2940377"/>
          <a:ext cx="7543800" cy="7836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A3E17-70A8-4B8A-9D03-735236002629}">
      <dsp:nvSpPr>
        <dsp:cNvPr id="0" name=""/>
        <dsp:cNvSpPr/>
      </dsp:nvSpPr>
      <dsp:spPr>
        <a:xfrm>
          <a:off x="237065" y="3116707"/>
          <a:ext cx="431028" cy="4310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D4D45-F17B-4AA0-942E-E33B070010AE}">
      <dsp:nvSpPr>
        <dsp:cNvPr id="0" name=""/>
        <dsp:cNvSpPr/>
      </dsp:nvSpPr>
      <dsp:spPr>
        <a:xfrm>
          <a:off x="905159" y="2940377"/>
          <a:ext cx="6638640" cy="783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40" tIns="82940" rIns="82940" bIns="82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Satisfaction and perceived skill gaps are related</a:t>
          </a:r>
        </a:p>
      </dsp:txBody>
      <dsp:txXfrm>
        <a:off x="905159" y="2940377"/>
        <a:ext cx="6638640" cy="7836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BCD08-FFA0-4E17-A5A4-B83B6DC54424}">
      <dsp:nvSpPr>
        <dsp:cNvPr id="0" name=""/>
        <dsp:cNvSpPr/>
      </dsp:nvSpPr>
      <dsp:spPr>
        <a:xfrm>
          <a:off x="0" y="2959764"/>
          <a:ext cx="7680960" cy="971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Example prediction: </a:t>
          </a:r>
          <a:r>
            <a:rPr lang="en-US" sz="1900" kern="1200" dirty="0">
              <a:solidFill>
                <a:srgbClr val="FF0000"/>
              </a:solidFill>
              <a:highlight>
                <a:srgbClr val="FFFF00"/>
              </a:highlight>
            </a:rPr>
            <a:t>3.99</a:t>
          </a:r>
          <a:r>
            <a:rPr lang="en-US" sz="1900" kern="1200" dirty="0"/>
            <a:t> for female third-year with:</a:t>
          </a:r>
        </a:p>
      </dsp:txBody>
      <dsp:txXfrm>
        <a:off x="0" y="2959764"/>
        <a:ext cx="7680960" cy="524588"/>
      </dsp:txXfrm>
    </dsp:sp>
    <dsp:sp modelId="{0846B052-9FD9-49FD-88EA-3B831CBDBD89}">
      <dsp:nvSpPr>
        <dsp:cNvPr id="0" name=""/>
        <dsp:cNvSpPr/>
      </dsp:nvSpPr>
      <dsp:spPr>
        <a:xfrm>
          <a:off x="0" y="3464923"/>
          <a:ext cx="1920240" cy="446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Self-learning: 4/5</a:t>
          </a:r>
        </a:p>
      </dsp:txBody>
      <dsp:txXfrm>
        <a:off x="0" y="3464923"/>
        <a:ext cx="1920240" cy="446871"/>
      </dsp:txXfrm>
    </dsp:sp>
    <dsp:sp modelId="{50B424C1-2B24-49E4-86E0-A4F713FB64F0}">
      <dsp:nvSpPr>
        <dsp:cNvPr id="0" name=""/>
        <dsp:cNvSpPr/>
      </dsp:nvSpPr>
      <dsp:spPr>
        <a:xfrm>
          <a:off x="1920239" y="3464923"/>
          <a:ext cx="1920240" cy="446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Certification importance: 4/5</a:t>
          </a:r>
        </a:p>
      </dsp:txBody>
      <dsp:txXfrm>
        <a:off x="1920239" y="3464923"/>
        <a:ext cx="1920240" cy="446871"/>
      </dsp:txXfrm>
    </dsp:sp>
    <dsp:sp modelId="{313470D2-2A16-400B-8D4C-AA736B7689E8}">
      <dsp:nvSpPr>
        <dsp:cNvPr id="0" name=""/>
        <dsp:cNvSpPr/>
      </dsp:nvSpPr>
      <dsp:spPr>
        <a:xfrm>
          <a:off x="3840480" y="3464923"/>
          <a:ext cx="1920240" cy="446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Interview prep: 4/5</a:t>
          </a:r>
        </a:p>
      </dsp:txBody>
      <dsp:txXfrm>
        <a:off x="3840480" y="3464923"/>
        <a:ext cx="1920240" cy="446871"/>
      </dsp:txXfrm>
    </dsp:sp>
    <dsp:sp modelId="{7AC7A800-0B2B-45C4-929B-B010C9A1154F}">
      <dsp:nvSpPr>
        <dsp:cNvPr id="0" name=""/>
        <dsp:cNvSpPr/>
      </dsp:nvSpPr>
      <dsp:spPr>
        <a:xfrm>
          <a:off x="5760720" y="3464923"/>
          <a:ext cx="1920240" cy="4468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Personal interest as main factor</a:t>
          </a:r>
        </a:p>
      </dsp:txBody>
      <dsp:txXfrm>
        <a:off x="5760720" y="3464923"/>
        <a:ext cx="1920240" cy="446871"/>
      </dsp:txXfrm>
    </dsp:sp>
    <dsp:sp modelId="{17D5F7F6-F95D-45EB-921B-0838F1DBE9A8}">
      <dsp:nvSpPr>
        <dsp:cNvPr id="0" name=""/>
        <dsp:cNvSpPr/>
      </dsp:nvSpPr>
      <dsp:spPr>
        <a:xfrm rot="10800000">
          <a:off x="0" y="1480229"/>
          <a:ext cx="7680960" cy="149410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Categorical: Track choice factor, academic level, gender</a:t>
          </a:r>
        </a:p>
      </dsp:txBody>
      <dsp:txXfrm rot="10800000">
        <a:off x="0" y="1480229"/>
        <a:ext cx="7680960" cy="970825"/>
      </dsp:txXfrm>
    </dsp:sp>
    <dsp:sp modelId="{C13B47F9-5BE6-46AD-8634-4E160D03652D}">
      <dsp:nvSpPr>
        <dsp:cNvPr id="0" name=""/>
        <dsp:cNvSpPr/>
      </dsp:nvSpPr>
      <dsp:spPr>
        <a:xfrm rot="10800000">
          <a:off x="0" y="694"/>
          <a:ext cx="7680960" cy="149410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Predictors: Self-learning, certification importance, interview prep</a:t>
          </a:r>
        </a:p>
      </dsp:txBody>
      <dsp:txXfrm rot="10800000">
        <a:off x="0" y="694"/>
        <a:ext cx="7680960" cy="9708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C0867-7D2D-42D9-9A83-7801CB12CCFF}">
      <dsp:nvSpPr>
        <dsp:cNvPr id="0" name=""/>
        <dsp:cNvSpPr/>
      </dsp:nvSpPr>
      <dsp:spPr>
        <a:xfrm>
          <a:off x="0" y="408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4B6EA-2AC0-4698-8583-314BFBD44AAF}">
      <dsp:nvSpPr>
        <dsp:cNvPr id="0" name=""/>
        <dsp:cNvSpPr/>
      </dsp:nvSpPr>
      <dsp:spPr>
        <a:xfrm>
          <a:off x="263303" y="199931"/>
          <a:ext cx="478733" cy="47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67930-DDC8-4962-8C44-961F993E67A3}">
      <dsp:nvSpPr>
        <dsp:cNvPr id="0" name=""/>
        <dsp:cNvSpPr/>
      </dsp:nvSpPr>
      <dsp:spPr>
        <a:xfrm>
          <a:off x="1005339" y="408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Survey provides valuable insights into CS student preferences</a:t>
          </a:r>
        </a:p>
      </dsp:txBody>
      <dsp:txXfrm>
        <a:off x="1005339" y="4086"/>
        <a:ext cx="3424295" cy="870424"/>
      </dsp:txXfrm>
    </dsp:sp>
    <dsp:sp modelId="{8954E000-8A6B-4EFA-9D3D-5D46D86F829E}">
      <dsp:nvSpPr>
        <dsp:cNvPr id="0" name=""/>
        <dsp:cNvSpPr/>
      </dsp:nvSpPr>
      <dsp:spPr>
        <a:xfrm>
          <a:off x="0" y="109211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AD5DB-99C8-4772-8BA9-F38441A5F564}">
      <dsp:nvSpPr>
        <dsp:cNvPr id="0" name=""/>
        <dsp:cNvSpPr/>
      </dsp:nvSpPr>
      <dsp:spPr>
        <a:xfrm>
          <a:off x="263303" y="1287962"/>
          <a:ext cx="478733" cy="47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0DD4D-7C7B-4C71-85A9-CE8C584907A4}">
      <dsp:nvSpPr>
        <dsp:cNvPr id="0" name=""/>
        <dsp:cNvSpPr/>
      </dsp:nvSpPr>
      <dsp:spPr>
        <a:xfrm>
          <a:off x="1005339" y="109211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Findings help align education with student needs and industry</a:t>
          </a:r>
        </a:p>
      </dsp:txBody>
      <dsp:txXfrm>
        <a:off x="1005339" y="1092116"/>
        <a:ext cx="3424295" cy="870424"/>
      </dsp:txXfrm>
    </dsp:sp>
    <dsp:sp modelId="{10BEE4C8-B572-4CA3-9AC2-A6F8AD1A2321}">
      <dsp:nvSpPr>
        <dsp:cNvPr id="0" name=""/>
        <dsp:cNvSpPr/>
      </dsp:nvSpPr>
      <dsp:spPr>
        <a:xfrm>
          <a:off x="0" y="218014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80C2E-C66D-48D0-BC8A-BAC7D1C582EE}">
      <dsp:nvSpPr>
        <dsp:cNvPr id="0" name=""/>
        <dsp:cNvSpPr/>
      </dsp:nvSpPr>
      <dsp:spPr>
        <a:xfrm>
          <a:off x="263303" y="2375992"/>
          <a:ext cx="478733" cy="478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EFD63-6592-4580-826F-F105F2A31091}">
      <dsp:nvSpPr>
        <dsp:cNvPr id="0" name=""/>
        <dsp:cNvSpPr/>
      </dsp:nvSpPr>
      <dsp:spPr>
        <a:xfrm>
          <a:off x="1005339" y="218014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Identified gaps in resources and curriculum alignment</a:t>
          </a:r>
        </a:p>
      </dsp:txBody>
      <dsp:txXfrm>
        <a:off x="1005339" y="2180146"/>
        <a:ext cx="3424295" cy="870424"/>
      </dsp:txXfrm>
    </dsp:sp>
    <dsp:sp modelId="{EE9874B1-FCE1-495B-A9F1-0BE20B994FD8}">
      <dsp:nvSpPr>
        <dsp:cNvPr id="0" name=""/>
        <dsp:cNvSpPr/>
      </dsp:nvSpPr>
      <dsp:spPr>
        <a:xfrm>
          <a:off x="0" y="326817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914CF-C04D-4EF9-96C0-659C2EA74FD3}">
      <dsp:nvSpPr>
        <dsp:cNvPr id="0" name=""/>
        <dsp:cNvSpPr/>
      </dsp:nvSpPr>
      <dsp:spPr>
        <a:xfrm>
          <a:off x="263303" y="3464022"/>
          <a:ext cx="478733" cy="4787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390EA-B92A-48F5-AD67-553B71AD9652}">
      <dsp:nvSpPr>
        <dsp:cNvPr id="0" name=""/>
        <dsp:cNvSpPr/>
      </dsp:nvSpPr>
      <dsp:spPr>
        <a:xfrm>
          <a:off x="1005339" y="326817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Small-scale survey as seed for larger future projects</a:t>
          </a:r>
        </a:p>
      </dsp:txBody>
      <dsp:txXfrm>
        <a:off x="1005339" y="3268177"/>
        <a:ext cx="3424295" cy="870424"/>
      </dsp:txXfrm>
    </dsp:sp>
    <dsp:sp modelId="{A85928E1-DE20-408C-A094-BD387A981BBC}">
      <dsp:nvSpPr>
        <dsp:cNvPr id="0" name=""/>
        <dsp:cNvSpPr/>
      </dsp:nvSpPr>
      <dsp:spPr>
        <a:xfrm>
          <a:off x="0" y="435620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841AF-F8B3-4DB4-832D-B61EC8EC2B8D}">
      <dsp:nvSpPr>
        <dsp:cNvPr id="0" name=""/>
        <dsp:cNvSpPr/>
      </dsp:nvSpPr>
      <dsp:spPr>
        <a:xfrm>
          <a:off x="263303" y="4552052"/>
          <a:ext cx="478733" cy="4787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31F8A-F230-4BDC-83D7-14A8FB5C81B2}">
      <dsp:nvSpPr>
        <dsp:cNvPr id="0" name=""/>
        <dsp:cNvSpPr/>
      </dsp:nvSpPr>
      <dsp:spPr>
        <a:xfrm>
          <a:off x="1005339" y="435620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Contributes to dialogue on CS education future</a:t>
          </a:r>
        </a:p>
      </dsp:txBody>
      <dsp:txXfrm>
        <a:off x="1005339" y="4356207"/>
        <a:ext cx="3424295" cy="870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8CCFB-BA37-43C4-BF16-3EF8C8FE32A5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3FBB0-5F53-41EC-AD2C-9A0B451E1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3FBB0-5F53-41EC-AD2C-9A0B451E1A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97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3FBB0-5F53-41EC-AD2C-9A0B451E1A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69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3FBB0-5F53-41EC-AD2C-9A0B451E1A8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38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3FBB0-5F53-41EC-AD2C-9A0B451E1A8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9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92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4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41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89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033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94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6008" y="6302326"/>
            <a:ext cx="1097280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78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4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701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82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2142" y="6302326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2326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3042" y="6302326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8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4400" b="1">
                <a:solidFill>
                  <a:srgbClr val="3B5998"/>
                </a:solidFill>
                <a:latin typeface="Calibri"/>
              </a:defRPr>
            </a:pPr>
            <a:r>
              <a:rPr dirty="0"/>
              <a:t>Survey on Preferred Tracks of Study and Career Paths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t>Among Computer Science University Students</a:t>
            </a:r>
          </a:p>
          <a:p>
            <a:r>
              <a:t>Supervised by: Eng. Bassant Hamza</a:t>
            </a:r>
          </a:p>
          <a:p>
            <a:r>
              <a:t>2025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t>Team Members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0D4177-CEA1-F4DD-7AAB-A0A458DC7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992311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chemeClr val="bg2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81" y="610955"/>
            <a:ext cx="8195838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89" y="777240"/>
            <a:ext cx="7948422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26" y="1420706"/>
            <a:ext cx="2599905" cy="401658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100" dirty="0"/>
              <a:t>Introduction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1080389" y="1420706"/>
            <a:ext cx="4136068" cy="40165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Computer Science is one of the most dynamic and rapidly evolving disciplines</a:t>
            </a: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Offers specializations: AI, Cybersecurity, Software Engineering, Data Science, Cloud Computing</a:t>
            </a: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sz="1700" dirty="0">
                <a:solidFill>
                  <a:srgbClr val="FF0000"/>
                </a:solidFill>
              </a:rPr>
              <a:t>Survey explores preferences, motivations, and career aspirations of CS students</a:t>
            </a: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Findings help universities refine curricula and students make informed decisions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/>
              <a:t>Research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5B7D630-0A73-A6AA-DEAD-C5D8EC306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362019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5FAA58-0EDC-412F-A5F8-01968BE60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A11B6-B538-4624-9628-98B823D7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084" y="276008"/>
            <a:ext cx="4609961" cy="63059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B1CB5B-67A5-45DB-B8E1-7A09A642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220" y="438912"/>
            <a:ext cx="4361688" cy="59801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74" y="936416"/>
            <a:ext cx="3652884" cy="498516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Mixed quantitative and qualitative data collection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Conducted online via Google Forms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250 responses collected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Demographic questions: Level, gender, age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Track preferences and influencing factors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Career aspirations and curriculum feedback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Emerging trends and work preferences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89CB0-2F03-4E3C-ADBB-570A3BE78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9231" y="0"/>
            <a:ext cx="41330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BA80B1-3B69-49C0-8AC9-716ABA57F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3979" y="643464"/>
            <a:ext cx="3107873" cy="556630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E1103-B264-49BE-BC2A-F4E40BD3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023" y="806860"/>
            <a:ext cx="2859786" cy="5239512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7210" y="1185059"/>
            <a:ext cx="2618874" cy="4487882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 sz="3800"/>
              <a:t>Survey Design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Ethics and 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dirty="0"/>
              <a:t>Informed consent obtained from all participants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dirty="0"/>
              <a:t>Responses were anonymized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dirty="0"/>
              <a:t>Data stored securely on password-protected platform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dirty="0"/>
              <a:t>Approved by university's ethics committee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t>Data Collection Process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A77B86-68A6-FCB8-37FF-3012DF78C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290898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BED5A-E98E-4DA0-BAA5-4F6AB24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B94A-E40E-48CE-BD7B-C1A30AE57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486" y="488542"/>
            <a:ext cx="8433027" cy="5880916"/>
          </a:xfrm>
          <a:prstGeom prst="rect">
            <a:avLst/>
          </a:prstGeom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0" y="1000370"/>
            <a:ext cx="2596559" cy="4857262"/>
          </a:xfrm>
        </p:spPr>
        <p:txBody>
          <a:bodyPr>
            <a:normAutofit/>
          </a:bodyPr>
          <a:lstStyle/>
          <a:p>
            <a:pPr algn="r">
              <a:defRPr>
                <a:solidFill>
                  <a:srgbClr val="3B5998"/>
                </a:solidFill>
              </a:defRPr>
            </a:pPr>
            <a:r>
              <a:rPr lang="en-US" sz="3800" dirty="0">
                <a:solidFill>
                  <a:srgbClr val="FFFFFF"/>
                </a:solidFill>
              </a:rPr>
              <a:t>Data Cleaning Process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EC5CA6-6479-49D5-B4B5-5643D26B8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13331" y="2057401"/>
            <a:ext cx="0" cy="2743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2768" y="1000370"/>
            <a:ext cx="4659232" cy="4857262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Removed duplicate rows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Handled missing values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Checked for outliers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Standardized column names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Removed unnecessary columns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Fixed data types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Trimmed whitespaces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Corrected data inconsistencies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700" dirty="0">
                <a:solidFill>
                  <a:srgbClr val="FFFFFF"/>
                </a:solidFill>
              </a:rPr>
              <a:t>Created consistent categories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26337-5AA4-470D-9687-5907CB53B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685800"/>
            <a:ext cx="8140446" cy="548640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B287-13B9-C9F8-C066-836279F9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distribution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F6D9AC-E8D0-41AC-5093-5541B38C7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000" y="2279080"/>
            <a:ext cx="7400000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041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Demographics: Gender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Total respondents: 250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Female students: 130 (52%)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Male students: 120 (48%)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Relatively balanced gender distribution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84F9-DBA4-C9BA-C721-87BCAB69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Academic Level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A8DA5B-806E-8361-25A7-935582D19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2120900"/>
            <a:ext cx="7680960" cy="34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79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Demographics: Academic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Third-year: 95 students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Fourth-year: 83 students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Second-year: 42 students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First-year: 30 students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Dominance of upper-year students (71% in years 3-4)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49C2-FB53-0526-5A5E-A633F750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in  academic path (PHD-master)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249C7F-831A-9DF8-D512-C866EADEA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000" y="2014194"/>
            <a:ext cx="6934199" cy="40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88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Academic Path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Low interest in academic path (PhD/Master's): 147 (59%)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Neutral: 61 (24%)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High interest: 42 (17%)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Most students prioritize industry roles over academia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670F-1A3C-7707-4921-461CD90A0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Preferred track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8AD182-F732-B5EE-C7EF-AB6E6974A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286" y="1919335"/>
            <a:ext cx="7571428" cy="429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84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t>Track Preferences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6B3126-9D6B-2BE4-0A82-F171798124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39164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B804-110D-7A32-B7EA-88364FA2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hesitancy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108A18-C59D-B44C-5B8C-421C56300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286" y="2440985"/>
            <a:ext cx="7171428" cy="3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186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5FAA58-0EDC-412F-A5F8-01968BE60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A11B6-B538-4624-9628-98B823D7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084" y="276008"/>
            <a:ext cx="4609961" cy="63059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B1CB5B-67A5-45DB-B8E1-7A09A642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220" y="438912"/>
            <a:ext cx="4361688" cy="59801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74" y="936416"/>
            <a:ext cx="3652884" cy="4985169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Hesitant: 116 (46%)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Very Hesitant: 69 (28%)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Slightly Hesitant: 42 (17%)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Decision Paralysis due to:</a:t>
            </a:r>
          </a:p>
          <a:p>
            <a:pPr lvl="1">
              <a:defRPr sz="2000">
                <a:solidFill>
                  <a:srgbClr val="202020"/>
                </a:solidFill>
                <a:latin typeface="Calibri"/>
              </a:defRPr>
            </a:pPr>
            <a:r>
              <a:t>- Rapidly evolving tech landscape</a:t>
            </a:r>
          </a:p>
          <a:p>
            <a:pPr lvl="1">
              <a:defRPr sz="2000">
                <a:solidFill>
                  <a:srgbClr val="202020"/>
                </a:solidFill>
                <a:latin typeface="Calibri"/>
              </a:defRPr>
            </a:pPr>
            <a:r>
              <a:t>- Lack of real-world exposure</a:t>
            </a:r>
          </a:p>
          <a:p>
            <a:pPr lvl="1">
              <a:defRPr sz="2000">
                <a:solidFill>
                  <a:srgbClr val="202020"/>
                </a:solidFill>
                <a:latin typeface="Calibri"/>
              </a:defRPr>
            </a:pPr>
            <a:r>
              <a:t>- Fear of making 'wrong' choices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89CB0-2F03-4E3C-ADBB-570A3BE78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9231" y="0"/>
            <a:ext cx="41330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BA80B1-3B69-49C0-8AC9-716ABA57F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3979" y="643464"/>
            <a:ext cx="3107873" cy="556630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E1103-B264-49BE-BC2A-F4E40BD3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023" y="806860"/>
            <a:ext cx="2859786" cy="5239512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7210" y="1185059"/>
            <a:ext cx="2618874" cy="4487882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 sz="3800"/>
              <a:t>Track Choice Hesitancy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E44B-A906-13B7-2DCB-080C6CCC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Influencing Track Choice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F79217-AF90-7045-E5FC-EA948731D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7147" y="2400300"/>
            <a:ext cx="8378922" cy="341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40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 dirty="0"/>
              <a:t>Factors Influencing Track Choice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1285A2-3234-E487-E17A-6E3DD483A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524426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B65A-8FCA-6C6C-14A5-F94B7CF8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Experience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93D729-C334-604B-DCCA-FE36A0309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905" y="2274318"/>
            <a:ext cx="7276190" cy="3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25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CDF6-AD6A-A607-D046-2375D9F5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Internship Experience</a:t>
            </a:r>
          </a:p>
        </p:txBody>
      </p:sp>
      <p:pic>
        <p:nvPicPr>
          <p:cNvPr id="4" name="Content Placeholder 3" descr="A blue and red pie chart&#10;&#10;AI-generated content may be incorrect.">
            <a:extLst>
              <a:ext uri="{FF2B5EF4-FFF2-40B4-BE49-F238E27FC236}">
                <a16:creationId xmlns:a16="http://schemas.microsoft.com/office/drawing/2014/main" id="{C983B7F8-D7C3-349E-CDA7-3EAE994C2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781" y="2200040"/>
            <a:ext cx="3363464" cy="3521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06C57-598E-7A9B-BB7B-21B8A75F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756" y="2200040"/>
            <a:ext cx="3162300" cy="352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2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chemeClr val="bg2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81" y="610955"/>
            <a:ext cx="8195838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89" y="777240"/>
            <a:ext cx="7948422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26" y="1420706"/>
            <a:ext cx="2599905" cy="401658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100"/>
              <a:t>Internship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389" y="1420706"/>
            <a:ext cx="4136068" cy="4016587"/>
          </a:xfrm>
        </p:spPr>
        <p:txBody>
          <a:bodyPr anchor="ctr">
            <a:normAutofit lnSpcReduction="10000"/>
          </a:bodyPr>
          <a:lstStyle/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Completed internships: 145 (58%)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internship experience: 105 (42%)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Significant portion enter job market without experience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First-year access particularly low (14.8%)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Fourth-year access better but still gaps (72.3%)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dirty="0"/>
              <a:t>27.7% of fourth-years still lack access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A7A8-FC99-6862-CBD0-37B5CB21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Satisfaction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8409BD-23FE-83B6-176C-D1223C572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705" y="2014194"/>
            <a:ext cx="7227676" cy="38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13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1E75-E4D5-8600-AD6F-5C071845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Satisfaction</a:t>
            </a:r>
          </a:p>
        </p:txBody>
      </p:sp>
      <p:pic>
        <p:nvPicPr>
          <p:cNvPr id="4" name="Content Placeholder 3" descr="A graph of a graph of a student&#10;&#10;AI-generated content may be incorrect.">
            <a:extLst>
              <a:ext uri="{FF2B5EF4-FFF2-40B4-BE49-F238E27FC236}">
                <a16:creationId xmlns:a16="http://schemas.microsoft.com/office/drawing/2014/main" id="{C76EF0C7-613E-4379-B546-99738CA1B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293" y="1928389"/>
            <a:ext cx="7516187" cy="411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18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Curriculum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Satisfied + Very Satisfied: 129 (52%)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Dissatisfied + Very Dissatisfied: 76 (30%)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Neutral: 45 (18%)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Polarized experiences across program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Fourth-year highest satisfaction (67.1% positive)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dirty="0"/>
              <a:t>Second-year lowest satisfaction (58.3% dissatisfied)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D2C0-7B29-92B0-DF70-6D934646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Preferences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9A981-189A-5C3B-CF2B-64E617852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025" y="1765426"/>
            <a:ext cx="7052649" cy="444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74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Work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endParaRPr lang="en-US"/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Remote Work: 148 (59%) - Strong preference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Hybrid: 53 (21%)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On-site: 33 (13%)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Freelance: 18 (7%)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Post-pandemic shift to digital nomadism entrenched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/>
              <a:t>LinkedIn dominates job searches (75%)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5998-31F9-4E35-BF94-F21937A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Priority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C524-882A-54D8-24E4-DFB66F0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0CD461-57C5-4AFE-7D80-43FD3AC9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2633318"/>
            <a:ext cx="3922395" cy="325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A741ADA2-CE69-1701-B6B7-195D06CE5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915" y="2633318"/>
            <a:ext cx="3503295" cy="325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728B4-E2D2-AA30-31CF-FB44EE20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119F7-E961-AC4B-2567-E7D9E4F91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339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7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/>
              <a:t>Career Priority Factors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0F178C-14A8-AC7A-64A6-E2AD0F3A1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135847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30EF-6A0D-D547-B110-94285BB1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Priority Matrix</a:t>
            </a:r>
          </a:p>
        </p:txBody>
      </p:sp>
      <p:pic>
        <p:nvPicPr>
          <p:cNvPr id="4" name="Content Placeholder 3" descr="A chart with a number of squares&#10;&#10;AI-generated content may be incorrect.">
            <a:extLst>
              <a:ext uri="{FF2B5EF4-FFF2-40B4-BE49-F238E27FC236}">
                <a16:creationId xmlns:a16="http://schemas.microsoft.com/office/drawing/2014/main" id="{3E3E7360-40A7-7FCC-017D-2E2713408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646" y="2103438"/>
            <a:ext cx="6527548" cy="43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93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Career Priority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t>High-High Cluster (41.6%): Prioritize both demand and salary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t>High Demand/Lower Salary (28.0%): Job security over pay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t>High Salary/Lower Demand (18.0%): Risk for higher pay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t>Low-Low Segment (12.4%): Least concerned with market factors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09AA-E1B3-624B-0989-EE716E46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Assessment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313E9E-D059-0F05-A324-2E430B272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01" y="2263367"/>
            <a:ext cx="7804042" cy="38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372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BED5A-E98E-4DA0-BAA5-4F6AB24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B94A-E40E-48CE-BD7B-C1A30AE57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486" y="488542"/>
            <a:ext cx="8433027" cy="5880916"/>
          </a:xfrm>
          <a:prstGeom prst="rect">
            <a:avLst/>
          </a:prstGeom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0" y="1000370"/>
            <a:ext cx="2596559" cy="4857262"/>
          </a:xfrm>
        </p:spPr>
        <p:txBody>
          <a:bodyPr>
            <a:normAutofit/>
          </a:bodyPr>
          <a:lstStyle/>
          <a:p>
            <a:pPr algn="r">
              <a:defRPr>
                <a:solidFill>
                  <a:srgbClr val="3B5998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Academic Resource Assessment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EC5CA6-6479-49D5-B4B5-5643D26B8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13331" y="2057401"/>
            <a:ext cx="0" cy="2743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2768" y="1000370"/>
            <a:ext cx="4659232" cy="4857262"/>
          </a:xfrm>
        </p:spPr>
        <p:txBody>
          <a:bodyPr anchor="ctr">
            <a:normAutofit/>
          </a:bodyPr>
          <a:lstStyle/>
          <a:p>
            <a:endParaRPr lang="en-US" sz="1700">
              <a:solidFill>
                <a:srgbClr val="FFFFFF"/>
              </a:solidFill>
            </a:endParaRP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 sz="1700">
                <a:solidFill>
                  <a:srgbClr val="FFFFFF"/>
                </a:solidFill>
              </a:rPr>
              <a:t>Insufficient resources: 208 (83%)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 sz="1700">
                <a:solidFill>
                  <a:srgbClr val="FFFFFF"/>
                </a:solidFill>
              </a:rPr>
              <a:t>Adequate resources: 42 (17%)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 sz="1700">
                <a:solidFill>
                  <a:srgbClr val="FFFFFF"/>
                </a:solidFill>
              </a:rPr>
              <a:t>Alarming resource deficiency reported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 sz="1700">
                <a:solidFill>
                  <a:srgbClr val="FFFFFF"/>
                </a:solidFill>
              </a:rPr>
              <a:t>Potential impact on skill development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26337-5AA4-470D-9687-5907CB53B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685800"/>
            <a:ext cx="8140446" cy="548640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F5B5-4D6F-0181-58FB-FC0501A4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Self-Assessment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35254B-DC74-211F-A37F-5815CEDCD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38" y="2362954"/>
            <a:ext cx="7680325" cy="3051018"/>
          </a:xfrm>
        </p:spPr>
      </p:pic>
    </p:spTree>
    <p:extLst>
      <p:ext uri="{BB962C8B-B14F-4D97-AF65-F5344CB8AC3E}">
        <p14:creationId xmlns:p14="http://schemas.microsoft.com/office/powerpoint/2010/main" val="29144626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Student Self-Assessment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Self-Learning (Avg: 4.15/5): 75% rate 4-5 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Goal Confidence (Avg: 3.61/5): 25% lack clear direction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Interview Preparedness (Avg: 3.56/5): Bimodal distribution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Online Certification Valuation (Avg: 3.98/5): 75% rate 4+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0739-6FFF-D104-F35B-EA00A4DD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Differences in Preferences</a:t>
            </a: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000220A-D807-FB34-8A12-88913EFEB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386" y="2103438"/>
            <a:ext cx="6643229" cy="39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16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C3DD-1B7B-2A94-DCAA-DD7B9F33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Differences in Preferences</a:t>
            </a:r>
          </a:p>
        </p:txBody>
      </p:sp>
      <p:pic>
        <p:nvPicPr>
          <p:cNvPr id="4" name="Content Placeholder 3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649CB711-4E65-DA1D-0609-A05448BEB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38" y="2175991"/>
            <a:ext cx="7680325" cy="37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40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5FAA58-0EDC-412F-A5F8-01968BE60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DA11B6-B538-4624-9628-98B823D7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084" y="276008"/>
            <a:ext cx="4609961" cy="63059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B1CB5B-67A5-45DB-B8E1-7A09A642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220" y="438912"/>
            <a:ext cx="4361688" cy="59801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374" y="936416"/>
            <a:ext cx="3652884" cy="498516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/>
              <a:t>Remote Work: Females 65% vs Males 58%</a:t>
            </a:r>
          </a:p>
          <a:p>
            <a:pPr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/>
              <a:t>Hybrid Work: Males 25% vs Females 18%</a:t>
            </a:r>
          </a:p>
          <a:p>
            <a:pPr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/>
              <a:t>On-site Roles: Males 15% vs Females 8%</a:t>
            </a:r>
          </a:p>
          <a:p>
            <a:pPr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/>
              <a:t>Freelance: Minimal difference (7-8%)</a:t>
            </a:r>
          </a:p>
          <a:p>
            <a:pPr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/>
              <a:t>Track Preferences:</a:t>
            </a:r>
          </a:p>
          <a:p>
            <a:pPr lvl="1"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 sz="1800"/>
              <a:t>- Female-dominated: Mobile Dev (68%), Cybersecurity (61%)</a:t>
            </a:r>
          </a:p>
          <a:p>
            <a:pPr lvl="1"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 sz="1800"/>
              <a:t>- Male-dominated: Web Dev (52%), Data Science (51%)</a:t>
            </a:r>
          </a:p>
          <a:p>
            <a:pPr lvl="1">
              <a:lnSpc>
                <a:spcPct val="90000"/>
              </a:lnSpc>
              <a:defRPr sz="1800">
                <a:solidFill>
                  <a:srgbClr val="202020"/>
                </a:solidFill>
                <a:latin typeface="Calibri"/>
              </a:defRPr>
            </a:pPr>
            <a:r>
              <a:rPr lang="en-US" sz="1800"/>
              <a:t>- Most balanced: AI (53% female)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089CB0-2F03-4E3C-ADBB-570A3BE78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9231" y="0"/>
            <a:ext cx="41330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BA80B1-3B69-49C0-8AC9-716ABA57F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3979" y="643464"/>
            <a:ext cx="3107873" cy="556630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E1103-B264-49BE-BC2A-F4E40BD3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023" y="806860"/>
            <a:ext cx="2859786" cy="5239512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7210" y="1185059"/>
            <a:ext cx="2618874" cy="4487882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 sz="3800"/>
              <a:t>Gender Differences in Preferences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8DCE-57C8-F73E-52FD-F9216D71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Skills Gap VS Satisfaction</a:t>
            </a: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D1D4069-7D46-09B9-5EC3-5A37F1021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2103438"/>
            <a:ext cx="7470920" cy="411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82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Skill Gaps and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Strong inverse relationship: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 Large skill gaps → 72% Very Dissatisfied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 Small skill gaps → 81% Very Satisfied</a:t>
            </a: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Skill gap magnitude matters: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 Very Dissatisfied 3.8x more likely to see large gaps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- Very Satisfied 4.2x more likely to report small gaps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AE68-C5FD-298D-5FFD-B6D199E1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Numeric Correlations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52CA04-B1E1-5081-CC9E-96A64FABF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56" y="1738266"/>
            <a:ext cx="8655113" cy="47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61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642594"/>
            <a:ext cx="7543800" cy="1371600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/>
              <a:t>Key Correlations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2539E39-D8D9-5536-0EE1-E35A76E53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213817"/>
              </p:ext>
            </p:extLst>
          </p:nvPr>
        </p:nvGraphicFramePr>
        <p:xfrm>
          <a:off x="800100" y="2310063"/>
          <a:ext cx="75438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EC3B1-7EE2-1010-913B-98C3B38A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587" y="727627"/>
            <a:ext cx="3718165" cy="1645920"/>
          </a:xfrm>
        </p:spPr>
        <p:txBody>
          <a:bodyPr>
            <a:normAutofit/>
          </a:bodyPr>
          <a:lstStyle/>
          <a:p>
            <a:r>
              <a:rPr lang="en-US" sz="3700"/>
              <a:t>Statistical Analysis: Gender vs Track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740" y="727628"/>
            <a:ext cx="4025373" cy="541555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912" y="892220"/>
            <a:ext cx="3790888" cy="509708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8C1935-C743-B077-0B31-809270BA3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2" y="1013460"/>
            <a:ext cx="3790888" cy="48691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6792-004E-F8B5-9E98-38EC4A1EB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587" y="2538919"/>
            <a:ext cx="3718166" cy="3496120"/>
          </a:xfrm>
        </p:spPr>
        <p:txBody>
          <a:bodyPr>
            <a:normAutofit/>
          </a:bodyPr>
          <a:lstStyle/>
          <a:p>
            <a:pPr marL="331470" indent="-285750"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as null hypothesis is there is no significant association between 2  variables 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alternative hypothesis  is there is significant association between   2 variables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17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Statistical Analysis: Gender vs Track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endParaRPr lang="en-US"/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/>
              <a:t>Chi2 Statistic: 2.95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/>
              <a:t>P-Value: 0.566 (&gt; 0.05 threshold)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/>
              <a:t>Conclusion: No significant association between gender and track</a:t>
            </a:r>
          </a:p>
          <a:p>
            <a:pPr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/>
              <a:t>Distribution likely due to random chance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6789-5E5F-B5AE-F117-6825D48B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587" y="727627"/>
            <a:ext cx="3718165" cy="1645920"/>
          </a:xfrm>
        </p:spPr>
        <p:txBody>
          <a:bodyPr>
            <a:normAutofit/>
          </a:bodyPr>
          <a:lstStyle/>
          <a:p>
            <a:r>
              <a:rPr lang="en-US" sz="3700"/>
              <a:t>Statistical Analysis: Satisfaction vs Skill Gaps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740" y="727628"/>
            <a:ext cx="4025373" cy="541555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912" y="892220"/>
            <a:ext cx="3790888" cy="5097085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DDA636-8522-4B97-76E8-A69AC75FB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2" y="1226820"/>
            <a:ext cx="3790888" cy="41071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C68C1-5D6E-70DF-ED81-1CCFABAA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587" y="2538919"/>
            <a:ext cx="3718166" cy="3496120"/>
          </a:xfrm>
        </p:spPr>
        <p:txBody>
          <a:bodyPr>
            <a:normAutofit/>
          </a:bodyPr>
          <a:lstStyle/>
          <a:p>
            <a:pPr marL="228600" marR="0"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Null Hypothesis (H₀):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There is no association between college satisfaction and the perceived gap in practical skills.</a:t>
            </a:r>
            <a:b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(The two variables are independent.)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Alternative hypothesis :There is a significant association between them.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9333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642594"/>
            <a:ext cx="7543800" cy="1371600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rPr lang="en-US"/>
              <a:t>Statistical Analysis: Satisfaction vs Skill Gaps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7E16046-6B12-8F8B-5F8D-A6B0C6B3E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241069"/>
              </p:ext>
            </p:extLst>
          </p:nvPr>
        </p:nvGraphicFramePr>
        <p:xfrm>
          <a:off x="800100" y="2310063"/>
          <a:ext cx="75438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DC4AA0A-D9C3-4A0B-990D-1BCB0022A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00" y="0"/>
            <a:ext cx="9145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0878C7-7719-40BD-AA97-751A85670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875" y="4212709"/>
            <a:ext cx="8178977" cy="1997060"/>
          </a:xfrm>
          <a:prstGeom prst="rect">
            <a:avLst/>
          </a:prstGeom>
          <a:solidFill>
            <a:srgbClr val="334E47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9D3865-C494-4C4A-8495-8245E905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011" y="4379135"/>
            <a:ext cx="7934706" cy="1664208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8B41A-BFC4-83E7-6EBB-DB73FFD2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5" y="4495894"/>
            <a:ext cx="3706907" cy="1371600"/>
          </a:xfrm>
        </p:spPr>
        <p:txBody>
          <a:bodyPr>
            <a:normAutofit/>
          </a:bodyPr>
          <a:lstStyle/>
          <a:p>
            <a:pPr algn="r"/>
            <a:r>
              <a:rPr lang="en-US" sz="2900">
                <a:solidFill>
                  <a:srgbClr val="FFFFFF"/>
                </a:solidFill>
              </a:rPr>
              <a:t>ANOVA: Goal Confidence by Academic Level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F51F72-C02B-34B0-8AB9-B9C60FB85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12" y="648231"/>
            <a:ext cx="7353902" cy="321733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8EE79F-FCAA-4CF9-9746-730B51FC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4634895"/>
            <a:ext cx="0" cy="11526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039AE-17C8-A8B3-93C7-4DC16E536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649" y="4495894"/>
            <a:ext cx="3734174" cy="1444718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9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Null Hypothesis (H₀):</a:t>
            </a:r>
            <a:br>
              <a:rPr lang="en-US" sz="1100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There is no significant difference in mean goal confidence across academic levels.</a:t>
            </a:r>
            <a:br>
              <a:rPr lang="en-US" sz="1100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b="1" kern="10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(μ₁ = μ₂ = μ₃ = ...)</a:t>
            </a:r>
            <a:endParaRPr lang="en-US" sz="1100" kern="100">
              <a:solidFill>
                <a:srgbClr val="FFFFFF"/>
              </a:solidFill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9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Alternative: </a:t>
            </a:r>
            <a:r>
              <a:rPr lang="en-US" sz="1100" b="1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 least one academic level has a significantly different mean goal confidence</a:t>
            </a:r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841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ANOVA: Goal Confidence by Academic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 = 1.04, p = 0.376</a:t>
            </a:r>
          </a:p>
          <a:p>
            <a:pPr>
              <a:lnSpc>
                <a:spcPct val="90000"/>
              </a:lnSpc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 significant difference in goal confidence across levels</a:t>
            </a:r>
          </a:p>
          <a:p>
            <a:pPr>
              <a:lnSpc>
                <a:spcPct val="90000"/>
              </a:lnSpc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Academic progression alone doesn't predict confidence</a:t>
            </a:r>
          </a:p>
          <a:p>
            <a:pPr>
              <a:lnSpc>
                <a:spcPct val="90000"/>
              </a:lnSpc>
              <a:defRPr sz="24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Other factors may influence goal certainty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3802-36BE-0D9B-3FDF-2B146A42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500406"/>
          </a:xfrm>
        </p:spPr>
        <p:txBody>
          <a:bodyPr>
            <a:normAutofit fontScale="90000"/>
          </a:bodyPr>
          <a:lstStyle/>
          <a:p>
            <a:r>
              <a:rPr lang="en-US" dirty="0"/>
              <a:t>Student Clustering Analysis</a:t>
            </a:r>
          </a:p>
        </p:txBody>
      </p:sp>
      <p:pic>
        <p:nvPicPr>
          <p:cNvPr id="4" name="Content Placeholder 3" descr="A graph with many dots&#10;&#10;AI-generated content may be incorrect.">
            <a:extLst>
              <a:ext uri="{FF2B5EF4-FFF2-40B4-BE49-F238E27FC236}">
                <a16:creationId xmlns:a16="http://schemas.microsoft.com/office/drawing/2014/main" id="{31AB93C8-69D8-890F-E0A8-EE5BD876A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7224" y="1343025"/>
            <a:ext cx="7439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385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C4AA0A-D9C3-4A0B-990D-1BCB0022A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00" y="0"/>
            <a:ext cx="9145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0878C7-7719-40BD-AA97-751A85670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875" y="4212709"/>
            <a:ext cx="8178977" cy="1997060"/>
          </a:xfrm>
          <a:prstGeom prst="rect">
            <a:avLst/>
          </a:prstGeom>
          <a:solidFill>
            <a:srgbClr val="373A5A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D3865-C494-4C4A-8495-8245E905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011" y="4379135"/>
            <a:ext cx="7934706" cy="1664208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BE2E8-8A0E-3E89-B1BD-AE8AB80F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5" y="4495894"/>
            <a:ext cx="3706907" cy="1371600"/>
          </a:xfrm>
        </p:spPr>
        <p:txBody>
          <a:bodyPr>
            <a:normAutofit/>
          </a:bodyPr>
          <a:lstStyle/>
          <a:p>
            <a:pPr algn="r"/>
            <a:r>
              <a:rPr lang="en-US" sz="3800">
                <a:solidFill>
                  <a:srgbClr val="FFFFFF"/>
                </a:solidFill>
              </a:rPr>
              <a:t>Student Clustering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5E93C-8CB0-AD8A-D69C-9F895D8D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75" y="692669"/>
            <a:ext cx="8178977" cy="31284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8EE79F-FCAA-4CF9-9746-730B51FC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4634895"/>
            <a:ext cx="0" cy="11526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AF6800-71B9-27E2-8441-A809BB9CC7A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H="1" flipV="1">
            <a:off x="4640578" y="4495893"/>
            <a:ext cx="3398519" cy="11526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Using </a:t>
            </a:r>
            <a:r>
              <a:rPr lang="en-US" dirty="0" err="1">
                <a:solidFill>
                  <a:srgbClr val="FFFFFF"/>
                </a:solidFill>
              </a:rPr>
              <a:t>Kmeans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619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D9C7C-2C5D-4FFF-83DE-742A88A96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0862" y="457200"/>
            <a:ext cx="6400235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29350" y="621793"/>
            <a:ext cx="6149085" cy="5614416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462" y="881210"/>
            <a:ext cx="5563443" cy="15170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Student Clustering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62" y="2626840"/>
            <a:ext cx="5433827" cy="313177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Cluster 0: 'High Achievers' (Confident, proactive, self-driven)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Cluster 1: ‘moderate ' (Lack direction, low motivation)</a:t>
            </a:r>
          </a:p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Cluster 2: 'Certification-Focused but Less Confident'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DC4AA0A-D9C3-4A0B-990D-1BCB0022A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00" y="0"/>
            <a:ext cx="9145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0878C7-7719-40BD-AA97-751A85670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875" y="4212709"/>
            <a:ext cx="8178977" cy="1997060"/>
          </a:xfrm>
          <a:prstGeom prst="rect">
            <a:avLst/>
          </a:prstGeom>
          <a:solidFill>
            <a:srgbClr val="375B4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9D3865-C494-4C4A-8495-8245E905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011" y="4379135"/>
            <a:ext cx="7934706" cy="1664208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A6CB8-923C-C8DE-65AA-F991AB45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5" y="4495894"/>
            <a:ext cx="3706907" cy="1371600"/>
          </a:xfrm>
        </p:spPr>
        <p:txBody>
          <a:bodyPr>
            <a:normAutofit/>
          </a:bodyPr>
          <a:lstStyle/>
          <a:p>
            <a:pPr algn="r"/>
            <a:r>
              <a:rPr lang="en-US" sz="2900" dirty="0">
                <a:solidFill>
                  <a:srgbClr val="FFFFFF"/>
                </a:solidFill>
              </a:rPr>
              <a:t>Regression Model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A8D7C9-423A-4925-871E-7994E30E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11" y="228600"/>
            <a:ext cx="7934706" cy="381768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8EE79F-FCAA-4CF9-9746-730B51FC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4634895"/>
            <a:ext cx="0" cy="115268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B69331-C430-53D4-5FA7-DD6C8BFB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649" y="4495894"/>
            <a:ext cx="3734174" cy="1444718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for Goal achieving Confidence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97BD4BE-708D-59F5-BE34-51CD81E94ED4}"/>
              </a:ext>
            </a:extLst>
          </p:cNvPr>
          <p:cNvCxnSpPr/>
          <p:nvPr/>
        </p:nvCxnSpPr>
        <p:spPr>
          <a:xfrm rot="5400000">
            <a:off x="3653155" y="2861946"/>
            <a:ext cx="1074420" cy="1004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907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/>
              <a:t>Regression Model for Goal Confidence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7C9DEF6-020D-20AD-5CE5-4DB8956A5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957974"/>
              </p:ext>
            </p:extLst>
          </p:nvPr>
        </p:nvGraphicFramePr>
        <p:xfrm>
          <a:off x="731520" y="2103120"/>
          <a:ext cx="768096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3729A-66E4-4139-B3DB-CECEF6DA5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0185-BF60-40FC-A3B6-BF883AD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F99E5-A26E-4AC8-AA09-A9F829E3A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8586216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65" y="891241"/>
            <a:ext cx="2954313" cy="507551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350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93" y="891241"/>
            <a:ext cx="4072783" cy="50755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Data Science most popular (42%), Web Dev second (26%)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Personal interest main driver (58%), market factors secondary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High hesitancy in track choice (74% hesitant)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Remote work preferred (59%), LinkedIn dominates job searches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83% report insufficient academic resources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Strong correlation between satisfaction and skill gaps</a:t>
            </a:r>
            <a:endParaRPr lang="en-US"/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t>Three distinct student clusters identified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5AEE14-4971-4A17-9134-2678A90F2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chemeClr val="bg2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81" y="610955"/>
            <a:ext cx="8195838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89" y="777240"/>
            <a:ext cx="7948422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26" y="1420706"/>
            <a:ext cx="2599905" cy="401658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3B5998"/>
                </a:solidFill>
              </a:defRPr>
            </a:pPr>
            <a:r>
              <a:rPr lang="en-US" sz="26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389" y="1420706"/>
            <a:ext cx="4136068" cy="40165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Universities: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Address resource deficiencies (83% report insufficient)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Provide more track exploration opportunities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Enhance practical skill development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Target support for second-year slump</a:t>
            </a: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Students: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Seek early internship opportunities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Develop self-learning skills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Consider both passion and market factors</a:t>
            </a:r>
          </a:p>
          <a:p>
            <a:pPr lvl="1">
              <a:lnSpc>
                <a:spcPct val="90000"/>
              </a:lnSpc>
              <a:defRPr sz="2000">
                <a:solidFill>
                  <a:srgbClr val="202020"/>
                </a:solidFill>
                <a:latin typeface="Calibri"/>
              </a:defRP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Utilize LinkedIn for job searches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>
              <a:defRPr>
                <a:solidFill>
                  <a:srgbClr val="3B5998"/>
                </a:solidFill>
              </a:defRPr>
            </a:pPr>
            <a:r>
              <a:t>Conclusion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" y="374904"/>
            <a:ext cx="3091742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652ECC-3849-0054-5D59-9BE1DFD06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576168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Digital financial graph">
            <a:extLst>
              <a:ext uri="{FF2B5EF4-FFF2-40B4-BE49-F238E27FC236}">
                <a16:creationId xmlns:a16="http://schemas.microsoft.com/office/drawing/2014/main" id="{6DA67D57-C3C6-D596-2443-C3E9B75990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0143" r="4857"/>
          <a:stretch/>
        </p:blipFill>
        <p:spPr>
          <a:xfrm>
            <a:off x="20" y="1525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1901B4-00E7-7FD8-6225-CC4E19A5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642594"/>
            <a:ext cx="7543800" cy="1371600"/>
          </a:xfrm>
        </p:spPr>
        <p:txBody>
          <a:bodyPr>
            <a:normAutofit/>
          </a:bodyPr>
          <a:lstStyle/>
          <a:p>
            <a:r>
              <a:rPr lang="en-US" dirty="0"/>
              <a:t>Finally, Build an interactive dashboard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9A05-B149-F950-2658-42A1B23AA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103120"/>
            <a:ext cx="7543800" cy="3931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This dashboard summarizes key metrics related to student learning behaviors, career preferences, and satisfaction levels.</a:t>
            </a:r>
          </a:p>
          <a:p>
            <a:r>
              <a:rPr lang="en-US" dirty="0">
                <a:solidFill>
                  <a:srgbClr val="FF0000"/>
                </a:solidFill>
              </a:rPr>
              <a:t>Quick Insights </a:t>
            </a:r>
            <a:r>
              <a:rPr lang="en-US" dirty="0">
                <a:solidFill>
                  <a:srgbClr val="FFC000"/>
                </a:solidFill>
              </a:rPr>
              <a:t>– Provides a snapshot of student performance, preferences, and satisfaction without manual data processing.</a:t>
            </a:r>
          </a:p>
          <a:p>
            <a:r>
              <a:rPr lang="en-US" dirty="0">
                <a:solidFill>
                  <a:srgbClr val="FF0000"/>
                </a:solidFill>
              </a:rPr>
              <a:t>Comparative </a:t>
            </a:r>
            <a:r>
              <a:rPr lang="en-US" dirty="0">
                <a:solidFill>
                  <a:srgbClr val="FFC000"/>
                </a:solidFill>
              </a:rPr>
              <a:t>Analysis – Allows users to compare different metrics (e.g., self-learning confidence vs. interview preparedness).</a:t>
            </a:r>
          </a:p>
          <a:p>
            <a:r>
              <a:rPr lang="en-US" dirty="0">
                <a:solidFill>
                  <a:srgbClr val="FF0000"/>
                </a:solidFill>
              </a:rPr>
              <a:t>Trend</a:t>
            </a:r>
            <a:r>
              <a:rPr lang="en-US" dirty="0">
                <a:solidFill>
                  <a:srgbClr val="FFC000"/>
                </a:solidFill>
              </a:rPr>
              <a:t> Identification – Helps spot patterns (e.g., most students prefer freelance platforms like Fiverr/Upwork).</a:t>
            </a:r>
          </a:p>
          <a:p>
            <a:r>
              <a:rPr lang="en-US" dirty="0">
                <a:solidFill>
                  <a:srgbClr val="FF0000"/>
                </a:solidFill>
              </a:rPr>
              <a:t>Interactive</a:t>
            </a:r>
            <a:r>
              <a:rPr lang="en-US" dirty="0">
                <a:solidFill>
                  <a:srgbClr val="FFC000"/>
                </a:solidFill>
              </a:rPr>
              <a:t> Exploration – Users can filter or drill down into segments (e.g., gender-wise career track preferences).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92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BFD1-FE45-E97E-FF96-CF5A7F2D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568986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DBAE3-EAF4-060B-7CFC-7AF9848A5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211580"/>
            <a:ext cx="8298179" cy="4824095"/>
          </a:xfrm>
        </p:spPr>
      </p:pic>
    </p:spTree>
    <p:extLst>
      <p:ext uri="{BB962C8B-B14F-4D97-AF65-F5344CB8AC3E}">
        <p14:creationId xmlns:p14="http://schemas.microsoft.com/office/powerpoint/2010/main" val="1279911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3B5998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3200">
                <a:solidFill>
                  <a:srgbClr val="202020"/>
                </a:solidFill>
              </a:defRPr>
            </a:pPr>
            <a:r>
              <a:rPr lang="en-US" dirty="0"/>
              <a:t>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667</TotalTime>
  <Words>1624</Words>
  <Application>Microsoft Office PowerPoint</Application>
  <PresentationFormat>On-screen Show (4:3)</PresentationFormat>
  <Paragraphs>272</Paragraphs>
  <Slides>60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Aptos</vt:lpstr>
      <vt:lpstr>Arial</vt:lpstr>
      <vt:lpstr>Garamond</vt:lpstr>
      <vt:lpstr>Symbol</vt:lpstr>
      <vt:lpstr>Savon</vt:lpstr>
      <vt:lpstr>Survey on Preferred Tracks of Study and Career Paths</vt:lpstr>
      <vt:lpstr>Team Members</vt:lpstr>
      <vt:lpstr>Introduction</vt:lpstr>
      <vt:lpstr>Research Objectives</vt:lpstr>
      <vt:lpstr>Survey Design</vt:lpstr>
      <vt:lpstr>Ethics and Confidentiality</vt:lpstr>
      <vt:lpstr>Data Collection Process</vt:lpstr>
      <vt:lpstr>Data Cleaning Process</vt:lpstr>
      <vt:lpstr>Gender distribution </vt:lpstr>
      <vt:lpstr>Demographics: Gender Distribution</vt:lpstr>
      <vt:lpstr>Academic Level</vt:lpstr>
      <vt:lpstr>Demographics: Academic Level</vt:lpstr>
      <vt:lpstr>Interest in  academic path (PHD-master)</vt:lpstr>
      <vt:lpstr>Academic Path Interest</vt:lpstr>
      <vt:lpstr>Preferred track</vt:lpstr>
      <vt:lpstr>Track Preferences</vt:lpstr>
      <vt:lpstr>Choice hesitancy</vt:lpstr>
      <vt:lpstr>Track Choice Hesitancy</vt:lpstr>
      <vt:lpstr>Factors Influencing Track Choice</vt:lpstr>
      <vt:lpstr>Factors Influencing Track Choice</vt:lpstr>
      <vt:lpstr>Internship Experience</vt:lpstr>
      <vt:lpstr>Internship Experience</vt:lpstr>
      <vt:lpstr>Internship Experience</vt:lpstr>
      <vt:lpstr>Curriculum Satisfaction</vt:lpstr>
      <vt:lpstr>Curriculum Satisfaction</vt:lpstr>
      <vt:lpstr>Curriculum Satisfaction</vt:lpstr>
      <vt:lpstr>Work Preferences</vt:lpstr>
      <vt:lpstr>Work Preferences</vt:lpstr>
      <vt:lpstr>Career Priority Factors</vt:lpstr>
      <vt:lpstr>Career Priority Factors</vt:lpstr>
      <vt:lpstr>Career Priority Matrix</vt:lpstr>
      <vt:lpstr>Career Priority Matrix</vt:lpstr>
      <vt:lpstr>Resource Assessment</vt:lpstr>
      <vt:lpstr>Academic Resource Assessment</vt:lpstr>
      <vt:lpstr>Student Self-Assessment</vt:lpstr>
      <vt:lpstr>Student Self-Assessment</vt:lpstr>
      <vt:lpstr>Gender Differences in Preferences</vt:lpstr>
      <vt:lpstr>Gender Differences in Preferences</vt:lpstr>
      <vt:lpstr>Gender Differences in Preferences</vt:lpstr>
      <vt:lpstr>Practical Skills Gap VS Satisfaction</vt:lpstr>
      <vt:lpstr>Skill Gaps and Satisfaction</vt:lpstr>
      <vt:lpstr>Key Numeric Correlations</vt:lpstr>
      <vt:lpstr>Key Correlations</vt:lpstr>
      <vt:lpstr>Statistical Analysis: Gender vs Track Choice</vt:lpstr>
      <vt:lpstr>Statistical Analysis: Gender vs Track Choice</vt:lpstr>
      <vt:lpstr>Statistical Analysis: Satisfaction vs Skill Gaps</vt:lpstr>
      <vt:lpstr>Statistical Analysis: Satisfaction vs Skill Gaps</vt:lpstr>
      <vt:lpstr>ANOVA: Goal Confidence by Academic Level</vt:lpstr>
      <vt:lpstr>ANOVA: Goal Confidence by Academic Level</vt:lpstr>
      <vt:lpstr>Student Clustering Analysis</vt:lpstr>
      <vt:lpstr>Student Clustering Analysis</vt:lpstr>
      <vt:lpstr>Student Clustering Analysis</vt:lpstr>
      <vt:lpstr>Regression Model</vt:lpstr>
      <vt:lpstr>Regression Model for Goal Confidence</vt:lpstr>
      <vt:lpstr>Key Findings</vt:lpstr>
      <vt:lpstr>Recommendations</vt:lpstr>
      <vt:lpstr>Conclusion</vt:lpstr>
      <vt:lpstr>Finally, Build an interactive dashboard </vt:lpstr>
      <vt:lpstr>DASHBOARD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عمر محمد عبد الحافظ حسين على</cp:lastModifiedBy>
  <cp:revision>8</cp:revision>
  <dcterms:created xsi:type="dcterms:W3CDTF">2013-01-27T09:14:16Z</dcterms:created>
  <dcterms:modified xsi:type="dcterms:W3CDTF">2025-05-03T17:18:41Z</dcterms:modified>
  <cp:category/>
</cp:coreProperties>
</file>